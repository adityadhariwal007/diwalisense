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a3f25f4c8748aa" /><Relationship Type="http://schemas.openxmlformats.org/officeDocument/2006/relationships/extended-properties" Target="/docProps/app.xml" Id="R0c4b4fcc56a249f0" /><Relationship Type="http://schemas.openxmlformats.org/officeDocument/2006/relationships/officeDocument" Target="/ppt/presentation.xml" Id="Re1a00a0fbcf8417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606a39b8f3547ac"/>
  </p:sldMasterIdLst>
  <p:notesMasterIdLst>
    <p:notesMasterId xmlns:r="http://schemas.openxmlformats.org/officeDocument/2006/relationships" r:id="R0f471a27e9174e57"/>
  </p:notesMasterIdLst>
  <p:sldIdLst>
    <p:sldId xmlns:r="http://schemas.openxmlformats.org/officeDocument/2006/relationships" id="256" r:id="Rc0d0a061b5494519"/>
    <p:sldId xmlns:r="http://schemas.openxmlformats.org/officeDocument/2006/relationships" id="257" r:id="Ra4c2cbdca728428c"/>
    <p:sldId xmlns:r="http://schemas.openxmlformats.org/officeDocument/2006/relationships" id="258" r:id="R71ae416e11e34d5c"/>
    <p:sldId xmlns:r="http://schemas.openxmlformats.org/officeDocument/2006/relationships" id="259" r:id="Rd763615e0a7242fa"/>
    <p:sldId xmlns:r="http://schemas.openxmlformats.org/officeDocument/2006/relationships" id="260" r:id="Rc84634736f2d46bd"/>
  </p:sldIdLst>
  <p:sldSz cx="18288000" cy="10287000"/>
  <p:notesSz cx="6858000" cy="9144000"/>
  <p:embeddedFontLst>
    <p:embeddedFont>
      <p:font typeface="Canva Sans Bold"/>
      <p:regular xmlns:r="http://schemas.openxmlformats.org/officeDocument/2006/relationships" r:id="R73cac519b2db4952"/>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dfbf9214d134964" /><Relationship Type="http://schemas.openxmlformats.org/officeDocument/2006/relationships/slideMaster" Target="/ppt/slideMasters/slideMaster1.xml" Id="R3606a39b8f3547ac" /><Relationship Type="http://schemas.openxmlformats.org/officeDocument/2006/relationships/notesMaster" Target="/ppt/notesMasters/notesMaster1.xml" Id="R0f471a27e9174e57" /><Relationship Type="http://schemas.openxmlformats.org/officeDocument/2006/relationships/presProps" Target="/ppt/presProps.xml" Id="Rcdb6735099a84bba" /><Relationship Type="http://schemas.openxmlformats.org/officeDocument/2006/relationships/viewProps" Target="/ppt/viewProps.xml" Id="R4047897ac0414bc5" /><Relationship Type="http://schemas.openxmlformats.org/officeDocument/2006/relationships/tableStyles" Target="/ppt/tableStyles.xml" Id="R017d1eb817604d1e" /><Relationship Type="http://schemas.openxmlformats.org/officeDocument/2006/relationships/font" Target="/ppt/fonts/font.dat" Id="R73cac519b2db4952" /><Relationship Type="http://schemas.openxmlformats.org/officeDocument/2006/relationships/slide" Target="/ppt/slides/slide1.xml" Id="Rc0d0a061b5494519" /><Relationship Type="http://schemas.openxmlformats.org/officeDocument/2006/relationships/slide" Target="/ppt/slides/slide2.xml" Id="Ra4c2cbdca728428c" /><Relationship Type="http://schemas.openxmlformats.org/officeDocument/2006/relationships/slide" Target="/ppt/slides/slide3.xml" Id="R71ae416e11e34d5c" /><Relationship Type="http://schemas.openxmlformats.org/officeDocument/2006/relationships/slide" Target="/ppt/slides/slide4.xml" Id="Rd763615e0a7242fa" /><Relationship Type="http://schemas.openxmlformats.org/officeDocument/2006/relationships/slide" Target="/ppt/slides/slide5.xml" Id="Rc84634736f2d46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305adf1baf4a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0c04d4c383479a" /><Relationship Type="http://schemas.openxmlformats.org/officeDocument/2006/relationships/notesMaster" Target="/ppt/notesMasters/notesMaster1.xml" Id="R3af73168ed514f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d1aaf52b19414f" /><Relationship Type="http://schemas.openxmlformats.org/officeDocument/2006/relationships/notesMaster" Target="/ppt/notesMasters/notesMaster1.xml" Id="Rd2c0c012222a46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313a661569463b" /><Relationship Type="http://schemas.openxmlformats.org/officeDocument/2006/relationships/notesMaster" Target="/ppt/notesMasters/notesMaster1.xml" Id="R49e49110f2804c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acb30eccae4ca5" /><Relationship Type="http://schemas.openxmlformats.org/officeDocument/2006/relationships/notesMaster" Target="/ppt/notesMasters/notesMaster1.xml" Id="Rc26beb8d0f9148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2a40490fb649ee" /><Relationship Type="http://schemas.openxmlformats.org/officeDocument/2006/relationships/notesMaster" Target="/ppt/notesMasters/notesMaster1.xml" Id="R449d586bb61e4b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opening, 20 seconds: We are Team Clauders. DiwaliSense predicts background pollution and the additional increase associated with Diwali, then estimates neighborhood conditions with uncertainty. This is our Round 1 architecture and scaffold, not a validated forecasting product. Team roles have not been confirmed.</a:t>
            </a:r>
          </a:p>
          <a:p xmlns:a="http://schemas.openxmlformats.org/drawingml/2006/main">
            <a:r>
              <a:t>Source: user-provided team names and project context; Round 1 event photograph provided by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explanation, 45 seconds: Think of pollution as water already in a bucket, followed by an extra splash during the festival. Ventilation affects how quickly it clears. The baseline estimates typical background conditions. A second model learns event-period residuals using pooled stations. Our design combines this separation with ward estimates and visible uncertainty. We do not claim scientific novelty, causal attribution, or a safe window for bursting crackers. Source: project README and architecture, https://github.com/adityadhariwal007/diwalisense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explanation, 65 seconds: OpenAQ/CPCB supply PM2.5, Open-Meteo supplies weather and mixing height, NASA FIRMS supplies fire detections, and OSM supplies spatial context. Clean times and units and preserve missing hours. Train the baseline on non-event periods. Build burst targets from baseline predictions generated using only earlier training data. At inference, add model components, estimate wards, and calibrate total uncertainty. Component quantiles cannot simply be added. Feed OSM features directly to spatial estimation. FastAPI will serve forecasts and general guidance to resident and officer views. This diagram describes the target system; spatial processing, calibration and action logic remain TODO.</a:t>
            </a:r>
          </a:p>
          <a:p xmlns:a="http://schemas.openxmlformats.org/drawingml/2006/main">
            <a:r>
              <a:t>Sources: docs/architecture.md; https://docs.openaq.org/ ; https://open-meteo.com/en/docs/historical-weather-api ; https://firms.modaps.eosdis.nasa.gov/api/area ; https://wiki.openstreetmap.org/wiki/Overpass_API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explanation, 55 seconds: Our feasible first demo is a limited Delhi station dataset with a persistence comparator and baseline model. All four people can work in parallel on data, models, API/spatial work, and dashboard/pitch, but those role assignments still need agreement. The private GitHub repository already contains the scaffold. The endpoint returns explicitly labeled dummy data. Six offline smoke checks passed, while the model test failed because the laptop lacks libomp. We have no trained operational model or accuracy claims. Target 2017–2025 coverage includes only nine festival years and is not confirmed. Daily-only data would restrict the demo to daily outputs. Policy changes can shift the learned relationship. Operational tests must use weather and pollution available at forecast issue time, not future observations.</a:t>
            </a:r>
          </a:p>
          <a:p xmlns:a="http://schemas.openxmlformats.org/drawingml/2006/main">
            <a:r>
              <a:t>Source: current README and tests/test_smoke.py in https://github.com/adityadhariwal007/diwalisense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close, 40 seconds: These are intended benefits, not measured outcomes. Residents would compare relatively lower exposure windows, schools and families could support outdoor planning, and officers could review ward priorities. We will never call cracker use safe, issue individualized medical advice, or claim that sprinklers or patrols reduce PM2.5 without evidence. Our next milestone is a single reproducible flow from cached observations through a measured baseline forecast to the dashboard. Expansion would proceed from Delhi-NCR to other cities, state coverage and national coverage only after local evaluation. Mentors need collaborator access because the repository is private.</a:t>
            </a:r>
          </a:p>
          <a:p xmlns:a="http://schemas.openxmlformats.org/drawingml/2006/main">
            <a:r>
              <a:t>Source: user project context and repository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5576d65f884c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05aaf1a96040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01372e286140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e79031488741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5d60c589c943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ab27c1389e492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ee7bb3ca93d457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acd35c4d83f42e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f9061bb674f422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c2131f76c24493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9fda3fa79c45b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6B7FE6-5FA7-4D0E-B373-4BC5CBFAAA8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DF856B7-FB76-4AF2-BB4E-8A02F45A8C8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12D371C-DFBD-4B59-B67F-515CA39A29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4DE04BE-2C58-4CAB-AABA-4872603BB6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0276BFD-D25D-4174-8949-D309C5DB24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4A7494-F707-4167-B0E0-EAA056F81A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50F3ABB-377B-4B90-AD8B-E702E4E7EB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7C44532-6F73-4B5A-B3A2-555A66D212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BC22F3D-AA93-4F77-8CC1-25C885DDD5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F685874-5EBB-41C1-9B7F-89FFB72A37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195BA8-3766-4E21-8AD4-24F5ACCE23E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8F1E5F7-C4CC-46EC-9660-FBC916035BA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CE3D2D8-665F-4314-926B-EB511A2A12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AC14619-EFFA-4238-93F5-8AF669AE13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6AE7A9F-80D8-4B95-A5C7-2F24C06E2E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1BA4B9-6900-448D-8176-2FA6B84693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A8DEDF3-05F5-45D6-892D-05B8EE69156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C37DE92B-DE99-4C03-9479-D2821DA0F3F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8671926-8251-45D1-AF34-E75EDE1869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415D8D46-AD20-4AD7-83D8-D0B6782DD8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1CE4248-E6BC-4313-9271-3C137939F70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BC1CD6-7DD6-4330-BC82-2A4D649E81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BD33159-9BD3-4E9D-9827-11ADAABE0B58}"/>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1D154D7-4591-44D7-90A3-C04112219CF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A9FE0CF-E6E0-4415-BB1C-E84B187C524F}"/>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E2D6BF7-52EF-4803-A80E-DFBA20C2E11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F865C7B-E0D3-4886-83CA-FA4CCCBA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D770E8FB-2319-4DBE-B3D1-CAEFBED8A9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A7A12ED-CAFC-451F-AE0D-B0ED897C64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34E81C-F828-43BB-A085-F3176B9160F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12F7AFC-DA7C-44BD-9789-8A6C224951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16B4FD3E-43E1-4706-84EC-377D2172E2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E55C987-2E2E-4279-93D9-BA34CD6575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8287C15-8320-4D1B-A2FB-14F1C60CB5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661F4A7B-81C1-4F3C-BC95-4FA0716354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5C42F80-3CD9-46C0-967E-4C4DCFFB64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2635C2-F8A1-4E36-B660-AF790D6DBDB6}"/>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3D16C67-C028-474C-8FB5-940F5D6A8FC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3569C7EA-D934-42C9-9734-5E3DDB9381A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1085855-6B39-4C87-803A-24DC1C93C9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AC283C54-190B-4179-86F7-8A4D283FE9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3127EC-FF9B-4395-B871-7B601DE709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7982BC-2DC4-45A7-A6B1-BCC95BBBDE0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458110BD-28FD-462E-9A8D-F6D442CFA87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0300252-3414-46BC-B2DD-FEAFB4CDB5C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9E35313-8E40-4C5C-A1E9-D53335449E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547F5C4C-EA42-4E51-8490-5E5820D82F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AC1F6C-0F01-4D33-AC06-1DB233359A5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C8D560-7159-42B0-A6E8-E26922EDA95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97F0ACD-7FD4-40FB-843B-4BD557E843C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7C41E6F-05F4-40F1-B6A0-615D2415CF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E60026CD-A47E-4771-B3EF-C57D1B7E52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076CD32-7041-4E30-8A10-69422EBCED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7A9441F-34C0-43D6-8109-5874B975313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F8AD3E2-2C77-4028-8AF8-C6B0D4D2D2E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55F57A-5D35-4FF3-ABC8-02A52A8E4F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EABA4E0D-47EE-467B-AEE4-A7BF78E0B4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B3C2AAE-3EE7-47B2-BD91-B85224C487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a2578a7ca14998" /><Relationship Type="http://schemas.openxmlformats.org/officeDocument/2006/relationships/slideLayout" Target="/ppt/slideLayouts/slideLayout1.xml" Id="Ra45be275095a4b20" /><Relationship Type="http://schemas.openxmlformats.org/officeDocument/2006/relationships/slideLayout" Target="/ppt/slideLayouts/slideLayout2.xml" Id="R20b49bd368974ed1" /><Relationship Type="http://schemas.openxmlformats.org/officeDocument/2006/relationships/slideLayout" Target="/ppt/slideLayouts/slideLayout3.xml" Id="Radbb0c11ac6f45b2" /><Relationship Type="http://schemas.openxmlformats.org/officeDocument/2006/relationships/slideLayout" Target="/ppt/slideLayouts/slideLayout4.xml" Id="R3d9d7482f38f423d" /><Relationship Type="http://schemas.openxmlformats.org/officeDocument/2006/relationships/slideLayout" Target="/ppt/slideLayouts/slideLayout5.xml" Id="R20f2d13aeb5d4189" /><Relationship Type="http://schemas.openxmlformats.org/officeDocument/2006/relationships/slideLayout" Target="/ppt/slideLayouts/slideLayout6.xml" Id="R42dd6f96f0a349b5" /><Relationship Type="http://schemas.openxmlformats.org/officeDocument/2006/relationships/slideLayout" Target="/ppt/slideLayouts/slideLayout7.xml" Id="R9593f305dc6546e2" /><Relationship Type="http://schemas.openxmlformats.org/officeDocument/2006/relationships/slideLayout" Target="/ppt/slideLayouts/slideLayout8.xml" Id="R82164c25e46b4c6c" /><Relationship Type="http://schemas.openxmlformats.org/officeDocument/2006/relationships/slideLayout" Target="/ppt/slideLayouts/slideLayout9.xml" Id="Rdcba31b19df44877" /><Relationship Type="http://schemas.openxmlformats.org/officeDocument/2006/relationships/slideLayout" Target="/ppt/slideLayouts/slideLayout10.xml" Id="Raf685039230c4f0a" /><Relationship Type="http://schemas.openxmlformats.org/officeDocument/2006/relationships/slideLayout" Target="/ppt/slideLayouts/slideLayout11.xml" Id="Ra47bc4105b614bc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0D58B09-6D32-48A2-9C1B-E9493F41CBF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EA3663-4459-407E-B1C2-AC98691F2B8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F45933B-81D5-4176-9154-DF50ACA9B85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41758AF-1B05-46E1-B421-85607184A53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3D84D75-B43B-414E-9E3C-A8BCE34185B8}"/>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5be275095a4b20"/>
    <p:sldLayoutId xmlns:r="http://schemas.openxmlformats.org/officeDocument/2006/relationships" id="2147483650" r:id="R20b49bd368974ed1"/>
    <p:sldLayoutId xmlns:r="http://schemas.openxmlformats.org/officeDocument/2006/relationships" id="2147483651" r:id="Radbb0c11ac6f45b2"/>
    <p:sldLayoutId xmlns:r="http://schemas.openxmlformats.org/officeDocument/2006/relationships" id="2147483652" r:id="R3d9d7482f38f423d"/>
    <p:sldLayoutId xmlns:r="http://schemas.openxmlformats.org/officeDocument/2006/relationships" id="2147483653" r:id="R20f2d13aeb5d4189"/>
    <p:sldLayoutId xmlns:r="http://schemas.openxmlformats.org/officeDocument/2006/relationships" id="2147483654" r:id="R42dd6f96f0a349b5"/>
    <p:sldLayoutId xmlns:r="http://schemas.openxmlformats.org/officeDocument/2006/relationships" id="2147483655" r:id="R9593f305dc6546e2"/>
    <p:sldLayoutId xmlns:r="http://schemas.openxmlformats.org/officeDocument/2006/relationships" id="2147483656" r:id="R82164c25e46b4c6c"/>
    <p:sldLayoutId xmlns:r="http://schemas.openxmlformats.org/officeDocument/2006/relationships" id="2147483657" r:id="Rdcba31b19df44877"/>
    <p:sldLayoutId xmlns:r="http://schemas.openxmlformats.org/officeDocument/2006/relationships" id="2147483658" r:id="Raf685039230c4f0a"/>
    <p:sldLayoutId xmlns:r="http://schemas.openxmlformats.org/officeDocument/2006/relationships" id="2147483659" r:id="Ra47bc4105b614bc3"/>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d964426bb5a46bb" /><Relationship Type="http://schemas.openxmlformats.org/officeDocument/2006/relationships/notesSlide" Target="/ppt/notesSlides/notesSlide1.xml" Id="R878c9067ebff42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1f3816e98604f3d" /><Relationship Type="http://schemas.openxmlformats.org/officeDocument/2006/relationships/notesSlide" Target="/ppt/notesSlides/notesSlide2.xml" Id="Rab97d5fe39124d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8160db568804638" /><Relationship Type="http://schemas.openxmlformats.org/officeDocument/2006/relationships/notesSlide" Target="/ppt/notesSlides/notesSlide3.xml" Id="R081ab88cc38448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80c4ceccb0e4de4" /><Relationship Type="http://schemas.openxmlformats.org/officeDocument/2006/relationships/notesSlide" Target="/ppt/notesSlides/notesSlide4.xml" Id="R224b005e6da349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6cb61db0e264c00" /><Relationship Type="http://schemas.openxmlformats.org/officeDocument/2006/relationships/notesSlide" Target="/ppt/notesSlides/notesSlide5.xml" Id="Rbc12b553fff44a8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930A363-480C-4DDE-BEBE-12F83ED028F5}"/>
              </a:ext>
            </a:extLst>
          </p:cNvPr>
          <p:cNvSpPr>
            <a:spLocks xmlns:a="http://schemas.openxmlformats.org/drawingml/2006/main" noGrp="1"/>
          </p:cNvSpPr>
          <p:nvPr/>
        </p:nvSpPr>
        <p:spPr>
          <a:xfrm xmlns:a="http://schemas.openxmlformats.org/drawingml/2006/main" rot="0">
            <a:off x="1143000" y="1714500"/>
            <a:ext cx="16002000" cy="163576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ctr">
              <a:defRPr sz="9200" b="1">
                <a:solidFill>
                  <a:srgbClr val="000000"/>
                </a:solidFill>
                <a:latin typeface="Canva Sans Bold"/>
                <a:ea typeface="Canva Sans Bold"/>
                <a:cs typeface="Canva Sans Bold"/>
              </a:defRPr>
            </a:defPPr>
            <a:lvl1pPr algn="ctr">
              <a:defRPr sz="9200" b="1">
                <a:solidFill>
                  <a:srgbClr val="000000"/>
                </a:solidFill>
                <a:latin typeface="Canva Sans Bold"/>
                <a:ea typeface="Canva Sans Bold"/>
                <a:cs typeface="Canva Sans Bold"/>
              </a:defRPr>
            </a:lvl1pPr>
            <a:lvl2pPr algn="ctr">
              <a:defRPr sz="9200" b="1">
                <a:solidFill>
                  <a:srgbClr val="000000"/>
                </a:solidFill>
                <a:latin typeface="Canva Sans Bold"/>
                <a:ea typeface="Canva Sans Bold"/>
                <a:cs typeface="Canva Sans Bold"/>
              </a:defRPr>
            </a:lvl2pPr>
            <a:lvl3pPr algn="ctr">
              <a:defRPr sz="9200" b="1">
                <a:solidFill>
                  <a:srgbClr val="000000"/>
                </a:solidFill>
                <a:latin typeface="Canva Sans Bold"/>
                <a:ea typeface="Canva Sans Bold"/>
                <a:cs typeface="Canva Sans Bold"/>
              </a:defRPr>
            </a:lvl3pPr>
            <a:lvl4pPr algn="ctr">
              <a:defRPr sz="9200" b="1">
                <a:solidFill>
                  <a:srgbClr val="000000"/>
                </a:solidFill>
                <a:latin typeface="Canva Sans Bold"/>
                <a:ea typeface="Canva Sans Bold"/>
                <a:cs typeface="Canva Sans Bold"/>
              </a:defRPr>
            </a:lvl4pPr>
            <a:lvl5pPr algn="ctr">
              <a:defRPr sz="9200" b="1">
                <a:solidFill>
                  <a:srgbClr val="000000"/>
                </a:solidFill>
                <a:latin typeface="Canva Sans Bold"/>
                <a:ea typeface="Canva Sans Bold"/>
                <a:cs typeface="Canva Sans Bold"/>
              </a:defRPr>
            </a:lvl5pPr>
            <a:lvl6pPr algn="ctr">
              <a:defRPr sz="9200" b="1">
                <a:solidFill>
                  <a:srgbClr val="000000"/>
                </a:solidFill>
                <a:latin typeface="Canva Sans Bold"/>
                <a:ea typeface="Canva Sans Bold"/>
                <a:cs typeface="Canva Sans Bold"/>
              </a:defRPr>
            </a:lvl6pPr>
            <a:lvl7pPr algn="ctr">
              <a:defRPr sz="9200" b="1">
                <a:solidFill>
                  <a:srgbClr val="000000"/>
                </a:solidFill>
                <a:latin typeface="Canva Sans Bold"/>
                <a:ea typeface="Canva Sans Bold"/>
                <a:cs typeface="Canva Sans Bold"/>
              </a:defRPr>
            </a:lvl7pPr>
            <a:lvl8pPr algn="ctr">
              <a:defRPr sz="9200" b="1">
                <a:solidFill>
                  <a:srgbClr val="000000"/>
                </a:solidFill>
                <a:latin typeface="Canva Sans Bold"/>
                <a:ea typeface="Canva Sans Bold"/>
                <a:cs typeface="Canva Sans Bold"/>
              </a:defRPr>
            </a:lvl8pPr>
            <a:lvl9pPr algn="ctr">
              <a:defRPr sz="9200" b="1">
                <a:solidFill>
                  <a:srgbClr val="000000"/>
                </a:solidFill>
                <a:latin typeface="Canva Sans Bold"/>
                <a:ea typeface="Canva Sans Bold"/>
                <a:cs typeface="Canva Sans Bold"/>
              </a:defRPr>
            </a:lvl9pPr>
          </a:lstStyle>
          <a:p xmlns:a="http://schemas.openxmlformats.org/drawingml/2006/main">
            <a:pPr algn="ctr">
              <a:lnSpc>
                <a:spcPct val="112000"/>
              </a:lnSpc>
              <a:buNone/>
              <a:defRPr sz="9200" b="1">
                <a:solidFill>
                  <a:srgbClr val="000000"/>
                </a:solidFill>
                <a:latin typeface="Canva Sans Bold"/>
                <a:ea typeface="Canva Sans Bold"/>
                <a:cs typeface="Canva Sans Bold"/>
              </a:defRPr>
            </a:pPr>
            <a:r>
              <a:rPr sz="9200" b="1">
                <a:solidFill>
                  <a:srgbClr val="000000"/>
                </a:solidFill>
                <a:latin typeface="Canva Sans Bold"/>
                <a:ea typeface="Canva Sans Bold"/>
                <a:cs typeface="Canva Sans Bold"/>
              </a:rPr>
              <a:t>DiwaliSense</a:t>
            </a:r>
          </a:p>
        </p:txBody>
      </p:sp>
      <p:sp>
        <p:nvSpPr>
          <p:cNvPr id="3" name="TextBox 3">
            <a:extLst xmlns:a="http://schemas.openxmlformats.org/drawingml/2006/main">
              <a:ext uri="{FF2B5EF4-FFF2-40B4-BE49-F238E27FC236}">
                <a16:creationId xmlns:a16="http://schemas.microsoft.com/office/drawing/2014/main" id="{7A3CED1B-8921-40CC-8FDD-4ABB11F36C15}"/>
              </a:ext>
            </a:extLst>
          </p:cNvPr>
          <p:cNvSpPr>
            <a:spLocks xmlns:a="http://schemas.openxmlformats.org/drawingml/2006/main" noGrp="1"/>
          </p:cNvSpPr>
          <p:nvPr/>
        </p:nvSpPr>
        <p:spPr>
          <a:xfrm xmlns:a="http://schemas.openxmlformats.org/drawingml/2006/main" rot="0">
            <a:off x="1143000" y="6334125"/>
            <a:ext cx="16002000" cy="163576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ctr">
              <a:defRPr sz="4650" b="1">
                <a:solidFill>
                  <a:srgbClr val="000000"/>
                </a:solidFill>
                <a:latin typeface="Canva Sans Bold"/>
                <a:ea typeface="Canva Sans Bold"/>
                <a:cs typeface="Canva Sans Bold"/>
              </a:defRPr>
            </a:defPPr>
            <a:lvl1pPr algn="ctr">
              <a:defRPr sz="4650" b="1">
                <a:solidFill>
                  <a:srgbClr val="000000"/>
                </a:solidFill>
                <a:latin typeface="Canva Sans Bold"/>
                <a:ea typeface="Canva Sans Bold"/>
                <a:cs typeface="Canva Sans Bold"/>
              </a:defRPr>
            </a:lvl1pPr>
            <a:lvl2pPr algn="ctr">
              <a:defRPr sz="4650" b="1">
                <a:solidFill>
                  <a:srgbClr val="000000"/>
                </a:solidFill>
                <a:latin typeface="Canva Sans Bold"/>
                <a:ea typeface="Canva Sans Bold"/>
                <a:cs typeface="Canva Sans Bold"/>
              </a:defRPr>
            </a:lvl2pPr>
            <a:lvl3pPr algn="ctr">
              <a:defRPr sz="4650" b="1">
                <a:solidFill>
                  <a:srgbClr val="000000"/>
                </a:solidFill>
                <a:latin typeface="Canva Sans Bold"/>
                <a:ea typeface="Canva Sans Bold"/>
                <a:cs typeface="Canva Sans Bold"/>
              </a:defRPr>
            </a:lvl3pPr>
            <a:lvl4pPr algn="ctr">
              <a:defRPr sz="4650" b="1">
                <a:solidFill>
                  <a:srgbClr val="000000"/>
                </a:solidFill>
                <a:latin typeface="Canva Sans Bold"/>
                <a:ea typeface="Canva Sans Bold"/>
                <a:cs typeface="Canva Sans Bold"/>
              </a:defRPr>
            </a:lvl4pPr>
            <a:lvl5pPr algn="ctr">
              <a:defRPr sz="4650" b="1">
                <a:solidFill>
                  <a:srgbClr val="000000"/>
                </a:solidFill>
                <a:latin typeface="Canva Sans Bold"/>
                <a:ea typeface="Canva Sans Bold"/>
                <a:cs typeface="Canva Sans Bold"/>
              </a:defRPr>
            </a:lvl5pPr>
            <a:lvl6pPr algn="ctr">
              <a:defRPr sz="4650" b="1">
                <a:solidFill>
                  <a:srgbClr val="000000"/>
                </a:solidFill>
                <a:latin typeface="Canva Sans Bold"/>
                <a:ea typeface="Canva Sans Bold"/>
                <a:cs typeface="Canva Sans Bold"/>
              </a:defRPr>
            </a:lvl6pPr>
            <a:lvl7pPr algn="ctr">
              <a:defRPr sz="4650" b="1">
                <a:solidFill>
                  <a:srgbClr val="000000"/>
                </a:solidFill>
                <a:latin typeface="Canva Sans Bold"/>
                <a:ea typeface="Canva Sans Bold"/>
                <a:cs typeface="Canva Sans Bold"/>
              </a:defRPr>
            </a:lvl7pPr>
            <a:lvl8pPr algn="ctr">
              <a:defRPr sz="4650" b="1">
                <a:solidFill>
                  <a:srgbClr val="000000"/>
                </a:solidFill>
                <a:latin typeface="Canva Sans Bold"/>
                <a:ea typeface="Canva Sans Bold"/>
                <a:cs typeface="Canva Sans Bold"/>
              </a:defRPr>
            </a:lvl8pPr>
            <a:lvl9pPr algn="ctr">
              <a:defRPr sz="4650" b="1">
                <a:solidFill>
                  <a:srgbClr val="000000"/>
                </a:solidFill>
                <a:latin typeface="Canva Sans Bold"/>
                <a:ea typeface="Canva Sans Bold"/>
                <a:cs typeface="Canva Sans Bold"/>
              </a:defRPr>
            </a:lvl9pPr>
          </a:lstStyle>
          <a:p xmlns:a="http://schemas.openxmlformats.org/drawingml/2006/main">
            <a:pPr algn="ctr">
              <a:lnSpc>
                <a:spcPct val="112000"/>
              </a:lnSpc>
              <a:buNone/>
              <a:defRPr sz="4650" b="1">
                <a:solidFill>
                  <a:srgbClr val="000000"/>
                </a:solidFill>
                <a:latin typeface="Canva Sans Bold"/>
                <a:ea typeface="Canva Sans Bold"/>
                <a:cs typeface="Canva Sans Bold"/>
              </a:defRPr>
            </a:pPr>
            <a:r>
              <a:rPr sz="4650" b="1">
                <a:solidFill>
                  <a:srgbClr val="000000"/>
                </a:solidFill>
                <a:latin typeface="Canva Sans Bold"/>
                <a:ea typeface="Canva Sans Bold"/>
                <a:cs typeface="Canva Sans Bold"/>
              </a:rPr>
              <a:t>Team Clauders</a:t>
            </a:r>
          </a:p>
        </p:txBody>
      </p:sp>
      <p:sp>
        <p:nvSpPr>
          <p:cNvPr id="4" name="tagline">
            <a:extLst xmlns:a="http://schemas.openxmlformats.org/drawingml/2006/main">
              <a:ext uri="{FF2B5EF4-FFF2-40B4-BE49-F238E27FC236}">
                <a16:creationId xmlns:a16="http://schemas.microsoft.com/office/drawing/2014/main" id="{9012781B-8E4B-4D77-BF46-E3DF88F02005}"/>
              </a:ext>
            </a:extLst>
          </p:cNvPr>
          <p:cNvSpPr>
            <a:spLocks xmlns:a="http://schemas.openxmlformats.org/drawingml/2006/main" noGrp="1"/>
          </p:cNvSpPr>
          <p:nvPr/>
        </p:nvSpPr>
        <p:spPr>
          <a:xfrm xmlns:a="http://schemas.openxmlformats.org/drawingml/2006/main">
            <a:off x="2286000" y="3857625"/>
            <a:ext cx="1371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200" b="1">
                <a:solidFill>
                  <a:srgbClr val="000000"/>
                </a:solidFill>
                <a:latin typeface="Canva Sans Bold"/>
                <a:ea typeface="Canva Sans Bold"/>
                <a:cs typeface="Canva Sans Bold"/>
              </a:defRPr>
            </a:defPPr>
            <a:lvl1pPr algn="ctr">
              <a:defRPr sz="4200" b="1">
                <a:solidFill>
                  <a:srgbClr val="000000"/>
                </a:solidFill>
                <a:latin typeface="Canva Sans Bold"/>
                <a:ea typeface="Canva Sans Bold"/>
                <a:cs typeface="Canva Sans Bold"/>
              </a:defRPr>
            </a:lvl1pPr>
            <a:lvl2pPr algn="ctr">
              <a:defRPr sz="4200" b="1">
                <a:solidFill>
                  <a:srgbClr val="000000"/>
                </a:solidFill>
                <a:latin typeface="Canva Sans Bold"/>
                <a:ea typeface="Canva Sans Bold"/>
                <a:cs typeface="Canva Sans Bold"/>
              </a:defRPr>
            </a:lvl2pPr>
            <a:lvl3pPr algn="ctr">
              <a:defRPr sz="4200" b="1">
                <a:solidFill>
                  <a:srgbClr val="000000"/>
                </a:solidFill>
                <a:latin typeface="Canva Sans Bold"/>
                <a:ea typeface="Canva Sans Bold"/>
                <a:cs typeface="Canva Sans Bold"/>
              </a:defRPr>
            </a:lvl3pPr>
            <a:lvl4pPr algn="ctr">
              <a:defRPr sz="4200" b="1">
                <a:solidFill>
                  <a:srgbClr val="000000"/>
                </a:solidFill>
                <a:latin typeface="Canva Sans Bold"/>
                <a:ea typeface="Canva Sans Bold"/>
                <a:cs typeface="Canva Sans Bold"/>
              </a:defRPr>
            </a:lvl4pPr>
            <a:lvl5pPr algn="ctr">
              <a:defRPr sz="4200" b="1">
                <a:solidFill>
                  <a:srgbClr val="000000"/>
                </a:solidFill>
                <a:latin typeface="Canva Sans Bold"/>
                <a:ea typeface="Canva Sans Bold"/>
                <a:cs typeface="Canva Sans Bold"/>
              </a:defRPr>
            </a:lvl5pPr>
            <a:lvl6pPr algn="ctr">
              <a:defRPr sz="4200" b="1">
                <a:solidFill>
                  <a:srgbClr val="000000"/>
                </a:solidFill>
                <a:latin typeface="Canva Sans Bold"/>
                <a:ea typeface="Canva Sans Bold"/>
                <a:cs typeface="Canva Sans Bold"/>
              </a:defRPr>
            </a:lvl6pPr>
            <a:lvl7pPr algn="ctr">
              <a:defRPr sz="4200" b="1">
                <a:solidFill>
                  <a:srgbClr val="000000"/>
                </a:solidFill>
                <a:latin typeface="Canva Sans Bold"/>
                <a:ea typeface="Canva Sans Bold"/>
                <a:cs typeface="Canva Sans Bold"/>
              </a:defRPr>
            </a:lvl7pPr>
            <a:lvl8pPr algn="ctr">
              <a:defRPr sz="4200" b="1">
                <a:solidFill>
                  <a:srgbClr val="000000"/>
                </a:solidFill>
                <a:latin typeface="Canva Sans Bold"/>
                <a:ea typeface="Canva Sans Bold"/>
                <a:cs typeface="Canva Sans Bold"/>
              </a:defRPr>
            </a:lvl8pPr>
            <a:lvl9pPr algn="ctr">
              <a:defRPr sz="4200" b="1">
                <a:solidFill>
                  <a:srgbClr val="000000"/>
                </a:solidFill>
                <a:latin typeface="Canva Sans Bold"/>
                <a:ea typeface="Canva Sans Bold"/>
                <a:cs typeface="Canva Sans Bold"/>
              </a:defRPr>
            </a:lvl9pPr>
          </a:lstStyle>
          <a:p xmlns:a="http://schemas.openxmlformats.org/drawingml/2006/main">
            <a:pPr algn="ctr">
              <a:lnSpc>
                <a:spcPct val="112000"/>
              </a:lnSpc>
              <a:buNone/>
              <a:defRPr sz="4200" b="1">
                <a:solidFill>
                  <a:srgbClr val="000000"/>
                </a:solidFill>
                <a:latin typeface="Canva Sans Bold"/>
                <a:ea typeface="Canva Sans Bold"/>
                <a:cs typeface="Canva Sans Bold"/>
              </a:defRPr>
            </a:pPr>
            <a:r>
              <a:rPr sz="4200" b="1">
                <a:solidFill>
                  <a:srgbClr val="000000"/>
                </a:solidFill>
                <a:latin typeface="Canva Sans Bold"/>
                <a:ea typeface="Canva Sans Bold"/>
                <a:cs typeface="Canva Sans Bold"/>
              </a:rPr>
              <a:t>Neighborhood PM2.5 forecasts</a:t>
            </a:r>
          </a:p>
          <a:p xmlns:a="http://schemas.openxmlformats.org/drawingml/2006/main">
            <a:pPr algn="ctr">
              <a:lnSpc>
                <a:spcPct val="112000"/>
              </a:lnSpc>
              <a:buNone/>
              <a:defRPr sz="4200" b="1">
                <a:solidFill>
                  <a:srgbClr val="000000"/>
                </a:solidFill>
                <a:latin typeface="Canva Sans Bold"/>
                <a:ea typeface="Canva Sans Bold"/>
                <a:cs typeface="Canva Sans Bold"/>
              </a:defRPr>
            </a:pPr>
            <a:r>
              <a:rPr sz="4200" b="1">
                <a:solidFill>
                  <a:srgbClr val="000000"/>
                </a:solidFill>
                <a:latin typeface="Canva Sans Bold"/>
                <a:ea typeface="Canva Sans Bold"/>
                <a:cs typeface="Canva Sans Bold"/>
              </a:rPr>
              <a:t>before, during and after Diwali</a:t>
            </a:r>
          </a:p>
        </p:txBody>
      </p:sp>
      <p:sp>
        <p:nvSpPr>
          <p:cNvPr id="5" name="members">
            <a:extLst xmlns:a="http://schemas.openxmlformats.org/drawingml/2006/main">
              <a:ext uri="{FF2B5EF4-FFF2-40B4-BE49-F238E27FC236}">
                <a16:creationId xmlns:a16="http://schemas.microsoft.com/office/drawing/2014/main" id="{A6E8F241-ACBC-4053-825B-E02EA304ECE2}"/>
              </a:ext>
            </a:extLst>
          </p:cNvPr>
          <p:cNvSpPr>
            <a:spLocks xmlns:a="http://schemas.openxmlformats.org/drawingml/2006/main" noGrp="1"/>
          </p:cNvSpPr>
          <p:nvPr/>
        </p:nvSpPr>
        <p:spPr>
          <a:xfrm xmlns:a="http://schemas.openxmlformats.org/drawingml/2006/main">
            <a:off x="1714500" y="7334250"/>
            <a:ext cx="1485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1">
                <a:solidFill>
                  <a:srgbClr val="000000"/>
                </a:solidFill>
                <a:latin typeface="Canva Sans Bold"/>
                <a:ea typeface="Canva Sans Bold"/>
                <a:cs typeface="Canva Sans Bold"/>
              </a:defRPr>
            </a:defPPr>
            <a:lvl1pPr algn="ctr">
              <a:defRPr sz="3000" b="1">
                <a:solidFill>
                  <a:srgbClr val="000000"/>
                </a:solidFill>
                <a:latin typeface="Canva Sans Bold"/>
                <a:ea typeface="Canva Sans Bold"/>
                <a:cs typeface="Canva Sans Bold"/>
              </a:defRPr>
            </a:lvl1pPr>
            <a:lvl2pPr algn="ctr">
              <a:defRPr sz="3000" b="1">
                <a:solidFill>
                  <a:srgbClr val="000000"/>
                </a:solidFill>
                <a:latin typeface="Canva Sans Bold"/>
                <a:ea typeface="Canva Sans Bold"/>
                <a:cs typeface="Canva Sans Bold"/>
              </a:defRPr>
            </a:lvl2pPr>
            <a:lvl3pPr algn="ctr">
              <a:defRPr sz="3000" b="1">
                <a:solidFill>
                  <a:srgbClr val="000000"/>
                </a:solidFill>
                <a:latin typeface="Canva Sans Bold"/>
                <a:ea typeface="Canva Sans Bold"/>
                <a:cs typeface="Canva Sans Bold"/>
              </a:defRPr>
            </a:lvl3pPr>
            <a:lvl4pPr algn="ctr">
              <a:defRPr sz="3000" b="1">
                <a:solidFill>
                  <a:srgbClr val="000000"/>
                </a:solidFill>
                <a:latin typeface="Canva Sans Bold"/>
                <a:ea typeface="Canva Sans Bold"/>
                <a:cs typeface="Canva Sans Bold"/>
              </a:defRPr>
            </a:lvl4pPr>
            <a:lvl5pPr algn="ctr">
              <a:defRPr sz="3000" b="1">
                <a:solidFill>
                  <a:srgbClr val="000000"/>
                </a:solidFill>
                <a:latin typeface="Canva Sans Bold"/>
                <a:ea typeface="Canva Sans Bold"/>
                <a:cs typeface="Canva Sans Bold"/>
              </a:defRPr>
            </a:lvl5pPr>
            <a:lvl6pPr algn="ctr">
              <a:defRPr sz="3000" b="1">
                <a:solidFill>
                  <a:srgbClr val="000000"/>
                </a:solidFill>
                <a:latin typeface="Canva Sans Bold"/>
                <a:ea typeface="Canva Sans Bold"/>
                <a:cs typeface="Canva Sans Bold"/>
              </a:defRPr>
            </a:lvl6pPr>
            <a:lvl7pPr algn="ctr">
              <a:defRPr sz="3000" b="1">
                <a:solidFill>
                  <a:srgbClr val="000000"/>
                </a:solidFill>
                <a:latin typeface="Canva Sans Bold"/>
                <a:ea typeface="Canva Sans Bold"/>
                <a:cs typeface="Canva Sans Bold"/>
              </a:defRPr>
            </a:lvl7pPr>
            <a:lvl8pPr algn="ctr">
              <a:defRPr sz="3000" b="1">
                <a:solidFill>
                  <a:srgbClr val="000000"/>
                </a:solidFill>
                <a:latin typeface="Canva Sans Bold"/>
                <a:ea typeface="Canva Sans Bold"/>
                <a:cs typeface="Canva Sans Bold"/>
              </a:defRPr>
            </a:lvl8pPr>
            <a:lvl9pPr algn="ctr">
              <a:defRPr sz="3000" b="1">
                <a:solidFill>
                  <a:srgbClr val="000000"/>
                </a:solidFill>
                <a:latin typeface="Canva Sans Bold"/>
                <a:ea typeface="Canva Sans Bold"/>
                <a:cs typeface="Canva Sans Bold"/>
              </a:defRPr>
            </a:lvl9pPr>
          </a:lstStyle>
          <a:p xmlns:a="http://schemas.openxmlformats.org/drawingml/2006/main">
            <a:pPr algn="ctr">
              <a:lnSpc>
                <a:spcPct val="112000"/>
              </a:lnSpc>
              <a:buNone/>
              <a:defRPr sz="3000" b="1">
                <a:solidFill>
                  <a:srgbClr val="000000"/>
                </a:solidFill>
                <a:latin typeface="Canva Sans Bold"/>
                <a:ea typeface="Canva Sans Bold"/>
                <a:cs typeface="Canva Sans Bold"/>
              </a:defRPr>
            </a:pPr>
            <a:r>
              <a:rPr sz="3000" b="1">
                <a:solidFill>
                  <a:srgbClr val="000000"/>
                </a:solidFill>
                <a:latin typeface="Canva Sans Bold"/>
                <a:ea typeface="Canva Sans Bold"/>
                <a:cs typeface="Canva Sans Bold"/>
              </a:rPr>
              <a:t>Aditya   /   Maanvik   /   Palakshi   /   Manveer</a:t>
            </a:r>
          </a:p>
        </p:txBody>
      </p:sp>
      <p:sp>
        <p:nvSpPr>
          <p:cNvPr id="6" name="round">
            <a:extLst xmlns:a="http://schemas.openxmlformats.org/drawingml/2006/main">
              <a:ext uri="{FF2B5EF4-FFF2-40B4-BE49-F238E27FC236}">
                <a16:creationId xmlns:a16="http://schemas.microsoft.com/office/drawing/2014/main" id="{C4ECF359-86F4-425A-8432-6329A1A83F1E}"/>
              </a:ext>
            </a:extLst>
          </p:cNvPr>
          <p:cNvSpPr>
            <a:spLocks xmlns:a="http://schemas.openxmlformats.org/drawingml/2006/main" noGrp="1"/>
          </p:cNvSpPr>
          <p:nvPr/>
        </p:nvSpPr>
        <p:spPr>
          <a:xfrm xmlns:a="http://schemas.openxmlformats.org/drawingml/2006/main">
            <a:off x="2286000" y="88582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1">
                <a:solidFill>
                  <a:srgbClr val="444444"/>
                </a:solidFill>
                <a:latin typeface="Canva Sans Bold"/>
                <a:ea typeface="Canva Sans Bold"/>
                <a:cs typeface="Canva Sans Bold"/>
              </a:defRPr>
            </a:defPPr>
            <a:lvl1pPr algn="ctr">
              <a:defRPr sz="2400" b="1">
                <a:solidFill>
                  <a:srgbClr val="444444"/>
                </a:solidFill>
                <a:latin typeface="Canva Sans Bold"/>
                <a:ea typeface="Canva Sans Bold"/>
                <a:cs typeface="Canva Sans Bold"/>
              </a:defRPr>
            </a:lvl1pPr>
            <a:lvl2pPr algn="ctr">
              <a:defRPr sz="2400" b="1">
                <a:solidFill>
                  <a:srgbClr val="444444"/>
                </a:solidFill>
                <a:latin typeface="Canva Sans Bold"/>
                <a:ea typeface="Canva Sans Bold"/>
                <a:cs typeface="Canva Sans Bold"/>
              </a:defRPr>
            </a:lvl2pPr>
            <a:lvl3pPr algn="ctr">
              <a:defRPr sz="2400" b="1">
                <a:solidFill>
                  <a:srgbClr val="444444"/>
                </a:solidFill>
                <a:latin typeface="Canva Sans Bold"/>
                <a:ea typeface="Canva Sans Bold"/>
                <a:cs typeface="Canva Sans Bold"/>
              </a:defRPr>
            </a:lvl3pPr>
            <a:lvl4pPr algn="ctr">
              <a:defRPr sz="2400" b="1">
                <a:solidFill>
                  <a:srgbClr val="444444"/>
                </a:solidFill>
                <a:latin typeface="Canva Sans Bold"/>
                <a:ea typeface="Canva Sans Bold"/>
                <a:cs typeface="Canva Sans Bold"/>
              </a:defRPr>
            </a:lvl4pPr>
            <a:lvl5pPr algn="ctr">
              <a:defRPr sz="2400" b="1">
                <a:solidFill>
                  <a:srgbClr val="444444"/>
                </a:solidFill>
                <a:latin typeface="Canva Sans Bold"/>
                <a:ea typeface="Canva Sans Bold"/>
                <a:cs typeface="Canva Sans Bold"/>
              </a:defRPr>
            </a:lvl5pPr>
            <a:lvl6pPr algn="ctr">
              <a:defRPr sz="2400" b="1">
                <a:solidFill>
                  <a:srgbClr val="444444"/>
                </a:solidFill>
                <a:latin typeface="Canva Sans Bold"/>
                <a:ea typeface="Canva Sans Bold"/>
                <a:cs typeface="Canva Sans Bold"/>
              </a:defRPr>
            </a:lvl6pPr>
            <a:lvl7pPr algn="ctr">
              <a:defRPr sz="2400" b="1">
                <a:solidFill>
                  <a:srgbClr val="444444"/>
                </a:solidFill>
                <a:latin typeface="Canva Sans Bold"/>
                <a:ea typeface="Canva Sans Bold"/>
                <a:cs typeface="Canva Sans Bold"/>
              </a:defRPr>
            </a:lvl7pPr>
            <a:lvl8pPr algn="ctr">
              <a:defRPr sz="2400" b="1">
                <a:solidFill>
                  <a:srgbClr val="444444"/>
                </a:solidFill>
                <a:latin typeface="Canva Sans Bold"/>
                <a:ea typeface="Canva Sans Bold"/>
                <a:cs typeface="Canva Sans Bold"/>
              </a:defRPr>
            </a:lvl8pPr>
            <a:lvl9pPr algn="ctr">
              <a:defRPr sz="2400" b="1">
                <a:solidFill>
                  <a:srgbClr val="444444"/>
                </a:solidFill>
                <a:latin typeface="Canva Sans Bold"/>
                <a:ea typeface="Canva Sans Bold"/>
                <a:cs typeface="Canva Sans Bold"/>
              </a:defRPr>
            </a:lvl9pPr>
          </a:lstStyle>
          <a:p xmlns:a="http://schemas.openxmlformats.org/drawingml/2006/main">
            <a:pPr algn="ctr">
              <a:lnSpc>
                <a:spcPct val="112000"/>
              </a:lnSpc>
              <a:buNone/>
              <a:defRPr sz="2400" b="1">
                <a:solidFill>
                  <a:srgbClr val="444444"/>
                </a:solidFill>
                <a:latin typeface="Canva Sans Bold"/>
                <a:ea typeface="Canva Sans Bold"/>
                <a:cs typeface="Canva Sans Bold"/>
              </a:defRPr>
            </a:pPr>
            <a:r>
              <a:rPr sz="2400" b="1">
                <a:solidFill>
                  <a:srgbClr val="444444"/>
                </a:solidFill>
                <a:latin typeface="Canva Sans Bold"/>
                <a:ea typeface="Canva Sans Bold"/>
                <a:cs typeface="Canva Sans Bold"/>
              </a:rPr>
              <a:t>RootAccess   Round 1: Ideation &amp; Core Setup</a:t>
            </a:r>
          </a:p>
        </p:txBody>
      </p:sp>
    </p:spTree>
    <p:extLst>
      <p:ext uri="{BB962C8B-B14F-4D97-AF65-F5344CB8AC3E}">
        <p14:creationId xmlns:p14="http://schemas.microsoft.com/office/powerpoint/2010/main" val="8043922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670ED555-2168-485A-8D90-175A45742E6A}"/>
              </a:ext>
            </a:extLst>
          </p:cNvPr>
          <p:cNvSpPr>
            <a:spLocks xmlns:a="http://schemas.openxmlformats.org/drawingml/2006/main" noGrp="1"/>
          </p:cNvSpPr>
          <p:nvPr/>
        </p:nvSpPr>
        <p:spPr>
          <a:xfrm xmlns:a="http://schemas.openxmlformats.org/drawingml/2006/main" rot="0">
            <a:off x="1143000" y="619125"/>
            <a:ext cx="16002000" cy="163576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8250" b="1">
                <a:solidFill>
                  <a:srgbClr val="000000"/>
                </a:solidFill>
                <a:latin typeface="Canva Sans Bold"/>
                <a:ea typeface="Canva Sans Bold"/>
                <a:cs typeface="Canva Sans Bold"/>
              </a:defRPr>
            </a:defPPr>
            <a:lvl1pPr algn="l">
              <a:defRPr sz="8250" b="1">
                <a:solidFill>
                  <a:srgbClr val="000000"/>
                </a:solidFill>
                <a:latin typeface="Canva Sans Bold"/>
                <a:ea typeface="Canva Sans Bold"/>
                <a:cs typeface="Canva Sans Bold"/>
              </a:defRPr>
            </a:lvl1pPr>
            <a:lvl2pPr algn="l">
              <a:defRPr sz="8250" b="1">
                <a:solidFill>
                  <a:srgbClr val="000000"/>
                </a:solidFill>
                <a:latin typeface="Canva Sans Bold"/>
                <a:ea typeface="Canva Sans Bold"/>
                <a:cs typeface="Canva Sans Bold"/>
              </a:defRPr>
            </a:lvl2pPr>
            <a:lvl3pPr algn="l">
              <a:defRPr sz="8250" b="1">
                <a:solidFill>
                  <a:srgbClr val="000000"/>
                </a:solidFill>
                <a:latin typeface="Canva Sans Bold"/>
                <a:ea typeface="Canva Sans Bold"/>
                <a:cs typeface="Canva Sans Bold"/>
              </a:defRPr>
            </a:lvl3pPr>
            <a:lvl4pPr algn="l">
              <a:defRPr sz="8250" b="1">
                <a:solidFill>
                  <a:srgbClr val="000000"/>
                </a:solidFill>
                <a:latin typeface="Canva Sans Bold"/>
                <a:ea typeface="Canva Sans Bold"/>
                <a:cs typeface="Canva Sans Bold"/>
              </a:defRPr>
            </a:lvl4pPr>
            <a:lvl5pPr algn="l">
              <a:defRPr sz="8250" b="1">
                <a:solidFill>
                  <a:srgbClr val="000000"/>
                </a:solidFill>
                <a:latin typeface="Canva Sans Bold"/>
                <a:ea typeface="Canva Sans Bold"/>
                <a:cs typeface="Canva Sans Bold"/>
              </a:defRPr>
            </a:lvl5pPr>
            <a:lvl6pPr algn="l">
              <a:defRPr sz="8250" b="1">
                <a:solidFill>
                  <a:srgbClr val="000000"/>
                </a:solidFill>
                <a:latin typeface="Canva Sans Bold"/>
                <a:ea typeface="Canva Sans Bold"/>
                <a:cs typeface="Canva Sans Bold"/>
              </a:defRPr>
            </a:lvl6pPr>
            <a:lvl7pPr algn="l">
              <a:defRPr sz="8250" b="1">
                <a:solidFill>
                  <a:srgbClr val="000000"/>
                </a:solidFill>
                <a:latin typeface="Canva Sans Bold"/>
                <a:ea typeface="Canva Sans Bold"/>
                <a:cs typeface="Canva Sans Bold"/>
              </a:defRPr>
            </a:lvl7pPr>
            <a:lvl8pPr algn="l">
              <a:defRPr sz="8250" b="1">
                <a:solidFill>
                  <a:srgbClr val="000000"/>
                </a:solidFill>
                <a:latin typeface="Canva Sans Bold"/>
                <a:ea typeface="Canva Sans Bold"/>
                <a:cs typeface="Canva Sans Bold"/>
              </a:defRPr>
            </a:lvl8pPr>
            <a:lvl9pPr algn="l">
              <a:defRPr sz="8250" b="1">
                <a:solidFill>
                  <a:srgbClr val="000000"/>
                </a:solidFill>
                <a:latin typeface="Canva Sans Bold"/>
                <a:ea typeface="Canva Sans Bold"/>
                <a:cs typeface="Canva Sans Bold"/>
              </a:defRPr>
            </a:lvl9pPr>
          </a:lstStyle>
          <a:p xmlns:a="http://schemas.openxmlformats.org/drawingml/2006/main">
            <a:pPr algn="l">
              <a:lnSpc>
                <a:spcPct val="112000"/>
              </a:lnSpc>
              <a:buNone/>
              <a:defRPr sz="8250" b="1">
                <a:solidFill>
                  <a:srgbClr val="000000"/>
                </a:solidFill>
                <a:latin typeface="Canva Sans Bold"/>
                <a:ea typeface="Canva Sans Bold"/>
                <a:cs typeface="Canva Sans Bold"/>
              </a:defRPr>
            </a:pPr>
            <a:r>
              <a:rPr sz="8250" b="1">
                <a:solidFill>
                  <a:srgbClr val="000000"/>
                </a:solidFill>
                <a:latin typeface="Canva Sans Bold"/>
                <a:ea typeface="Canva Sans Bold"/>
                <a:cs typeface="Canva Sans Bold"/>
              </a:rPr>
              <a:t>Our idea</a:t>
            </a:r>
          </a:p>
        </p:txBody>
      </p:sp>
      <p:sp>
        <p:nvSpPr>
          <p:cNvPr id="3" name="TextBox 3">
            <a:extLst xmlns:a="http://schemas.openxmlformats.org/drawingml/2006/main">
              <a:ext uri="{FF2B5EF4-FFF2-40B4-BE49-F238E27FC236}">
                <a16:creationId xmlns:a16="http://schemas.microsoft.com/office/drawing/2014/main" id="{D23ECCA6-D8F5-4245-BE3D-5A3FAE9B9B31}"/>
              </a:ext>
            </a:extLst>
          </p:cNvPr>
          <p:cNvSpPr>
            <a:spLocks xmlns:a="http://schemas.openxmlformats.org/drawingml/2006/main" noGrp="1"/>
          </p:cNvSpPr>
          <p:nvPr/>
        </p:nvSpPr>
        <p:spPr>
          <a:xfrm xmlns:a="http://schemas.openxmlformats.org/drawingml/2006/main" rot="0">
            <a:off x="1143000" y="2524125"/>
            <a:ext cx="16002000" cy="184886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3525" b="1">
                <a:solidFill>
                  <a:srgbClr val="000000"/>
                </a:solidFill>
                <a:latin typeface="Canva Sans Bold"/>
                <a:ea typeface="Canva Sans Bold"/>
                <a:cs typeface="Canva Sans Bold"/>
              </a:defRPr>
            </a:defPPr>
            <a:lvl1pPr algn="l">
              <a:defRPr sz="3525" b="1">
                <a:solidFill>
                  <a:srgbClr val="000000"/>
                </a:solidFill>
                <a:latin typeface="Canva Sans Bold"/>
                <a:ea typeface="Canva Sans Bold"/>
                <a:cs typeface="Canva Sans Bold"/>
              </a:defRPr>
            </a:lvl1pPr>
            <a:lvl2pPr algn="l">
              <a:defRPr sz="3525" b="1">
                <a:solidFill>
                  <a:srgbClr val="000000"/>
                </a:solidFill>
                <a:latin typeface="Canva Sans Bold"/>
                <a:ea typeface="Canva Sans Bold"/>
                <a:cs typeface="Canva Sans Bold"/>
              </a:defRPr>
            </a:lvl2pPr>
            <a:lvl3pPr algn="l">
              <a:defRPr sz="3525" b="1">
                <a:solidFill>
                  <a:srgbClr val="000000"/>
                </a:solidFill>
                <a:latin typeface="Canva Sans Bold"/>
                <a:ea typeface="Canva Sans Bold"/>
                <a:cs typeface="Canva Sans Bold"/>
              </a:defRPr>
            </a:lvl3pPr>
            <a:lvl4pPr algn="l">
              <a:defRPr sz="3525" b="1">
                <a:solidFill>
                  <a:srgbClr val="000000"/>
                </a:solidFill>
                <a:latin typeface="Canva Sans Bold"/>
                <a:ea typeface="Canva Sans Bold"/>
                <a:cs typeface="Canva Sans Bold"/>
              </a:defRPr>
            </a:lvl4pPr>
            <a:lvl5pPr algn="l">
              <a:defRPr sz="3525" b="1">
                <a:solidFill>
                  <a:srgbClr val="000000"/>
                </a:solidFill>
                <a:latin typeface="Canva Sans Bold"/>
                <a:ea typeface="Canva Sans Bold"/>
                <a:cs typeface="Canva Sans Bold"/>
              </a:defRPr>
            </a:lvl5pPr>
            <a:lvl6pPr algn="l">
              <a:defRPr sz="3525" b="1">
                <a:solidFill>
                  <a:srgbClr val="000000"/>
                </a:solidFill>
                <a:latin typeface="Canva Sans Bold"/>
                <a:ea typeface="Canva Sans Bold"/>
                <a:cs typeface="Canva Sans Bold"/>
              </a:defRPr>
            </a:lvl6pPr>
            <a:lvl7pPr algn="l">
              <a:defRPr sz="3525" b="1">
                <a:solidFill>
                  <a:srgbClr val="000000"/>
                </a:solidFill>
                <a:latin typeface="Canva Sans Bold"/>
                <a:ea typeface="Canva Sans Bold"/>
                <a:cs typeface="Canva Sans Bold"/>
              </a:defRPr>
            </a:lvl7pPr>
            <a:lvl8pPr algn="l">
              <a:defRPr sz="3525" b="1">
                <a:solidFill>
                  <a:srgbClr val="000000"/>
                </a:solidFill>
                <a:latin typeface="Canva Sans Bold"/>
                <a:ea typeface="Canva Sans Bold"/>
                <a:cs typeface="Canva Sans Bold"/>
              </a:defRPr>
            </a:lvl8pPr>
            <a:lvl9pPr algn="l">
              <a:defRPr sz="3525" b="1">
                <a:solidFill>
                  <a:srgbClr val="000000"/>
                </a:solidFill>
                <a:latin typeface="Canva Sans Bold"/>
                <a:ea typeface="Canva Sans Bold"/>
                <a:cs typeface="Canva Sans Bold"/>
              </a:defRPr>
            </a:lvl9pPr>
          </a:lstStyle>
          <a:p xmlns:a="http://schemas.openxmlformats.org/drawingml/2006/main">
            <a:pPr algn="l">
              <a:lnSpc>
                <a:spcPct val="112000"/>
              </a:lnSpc>
              <a:buNone/>
              <a:defRPr sz="3525" b="1">
                <a:solidFill>
                  <a:srgbClr val="000000"/>
                </a:solidFill>
                <a:latin typeface="Canva Sans Bold"/>
                <a:ea typeface="Canva Sans Bold"/>
                <a:cs typeface="Canva Sans Bold"/>
              </a:defRPr>
            </a:pPr>
            <a:r>
              <a:rPr sz="3525" b="1">
                <a:solidFill>
                  <a:srgbClr val="000000"/>
                </a:solidFill>
                <a:latin typeface="Canva Sans Bold"/>
                <a:ea typeface="Canva Sans Bold"/>
                <a:cs typeface="Canva Sans Bold"/>
              </a:rPr>
              <a:t>A local forecast should explain the festival spike</a:t>
            </a:r>
          </a:p>
          <a:p xmlns:a="http://schemas.openxmlformats.org/drawingml/2006/main">
            <a:pPr algn="l">
              <a:lnSpc>
                <a:spcPct val="112000"/>
              </a:lnSpc>
              <a:buNone/>
              <a:defRPr sz="3525" b="1">
                <a:solidFill>
                  <a:srgbClr val="000000"/>
                </a:solidFill>
                <a:latin typeface="Canva Sans Bold"/>
                <a:ea typeface="Canva Sans Bold"/>
                <a:cs typeface="Canva Sans Bold"/>
              </a:defRPr>
            </a:pPr>
            <a:r>
              <a:rPr sz="3525" b="1">
                <a:solidFill>
                  <a:srgbClr val="000000"/>
                </a:solidFill>
                <a:latin typeface="Canva Sans Bold"/>
                <a:ea typeface="Canva Sans Bold"/>
                <a:cs typeface="Canva Sans Bold"/>
              </a:rPr>
              <a:t>and show how uncertain the estimate is.</a:t>
            </a:r>
          </a:p>
        </p:txBody>
      </p:sp>
      <p:sp>
        <p:nvSpPr>
          <p:cNvPr id="4" name="baseline-label">
            <a:extLst xmlns:a="http://schemas.openxmlformats.org/drawingml/2006/main">
              <a:ext uri="{FF2B5EF4-FFF2-40B4-BE49-F238E27FC236}">
                <a16:creationId xmlns:a16="http://schemas.microsoft.com/office/drawing/2014/main" id="{A5B76CDE-0BDC-4B07-B7B2-B08C558B44AE}"/>
              </a:ext>
            </a:extLst>
          </p:cNvPr>
          <p:cNvSpPr>
            <a:spLocks xmlns:a="http://schemas.openxmlformats.org/drawingml/2006/main" noGrp="1"/>
          </p:cNvSpPr>
          <p:nvPr/>
        </p:nvSpPr>
        <p:spPr>
          <a:xfrm xmlns:a="http://schemas.openxmlformats.org/drawingml/2006/main">
            <a:off x="1143000" y="4429125"/>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000000"/>
                </a:solidFill>
                <a:latin typeface="Canva Sans Bold"/>
                <a:ea typeface="Canva Sans Bold"/>
                <a:cs typeface="Canva Sans Bold"/>
              </a:defRPr>
            </a:defPPr>
            <a:lvl1pPr algn="l">
              <a:defRPr sz="4350" b="1">
                <a:solidFill>
                  <a:srgbClr val="000000"/>
                </a:solidFill>
                <a:latin typeface="Canva Sans Bold"/>
                <a:ea typeface="Canva Sans Bold"/>
                <a:cs typeface="Canva Sans Bold"/>
              </a:defRPr>
            </a:lvl1pPr>
            <a:lvl2pPr algn="l">
              <a:defRPr sz="4350" b="1">
                <a:solidFill>
                  <a:srgbClr val="000000"/>
                </a:solidFill>
                <a:latin typeface="Canva Sans Bold"/>
                <a:ea typeface="Canva Sans Bold"/>
                <a:cs typeface="Canva Sans Bold"/>
              </a:defRPr>
            </a:lvl2pPr>
            <a:lvl3pPr algn="l">
              <a:defRPr sz="4350" b="1">
                <a:solidFill>
                  <a:srgbClr val="000000"/>
                </a:solidFill>
                <a:latin typeface="Canva Sans Bold"/>
                <a:ea typeface="Canva Sans Bold"/>
                <a:cs typeface="Canva Sans Bold"/>
              </a:defRPr>
            </a:lvl3pPr>
            <a:lvl4pPr algn="l">
              <a:defRPr sz="4350" b="1">
                <a:solidFill>
                  <a:srgbClr val="000000"/>
                </a:solidFill>
                <a:latin typeface="Canva Sans Bold"/>
                <a:ea typeface="Canva Sans Bold"/>
                <a:cs typeface="Canva Sans Bold"/>
              </a:defRPr>
            </a:lvl4pPr>
            <a:lvl5pPr algn="l">
              <a:defRPr sz="4350" b="1">
                <a:solidFill>
                  <a:srgbClr val="000000"/>
                </a:solidFill>
                <a:latin typeface="Canva Sans Bold"/>
                <a:ea typeface="Canva Sans Bold"/>
                <a:cs typeface="Canva Sans Bold"/>
              </a:defRPr>
            </a:lvl5pPr>
            <a:lvl6pPr algn="l">
              <a:defRPr sz="4350" b="1">
                <a:solidFill>
                  <a:srgbClr val="000000"/>
                </a:solidFill>
                <a:latin typeface="Canva Sans Bold"/>
                <a:ea typeface="Canva Sans Bold"/>
                <a:cs typeface="Canva Sans Bold"/>
              </a:defRPr>
            </a:lvl6pPr>
            <a:lvl7pPr algn="l">
              <a:defRPr sz="4350" b="1">
                <a:solidFill>
                  <a:srgbClr val="000000"/>
                </a:solidFill>
                <a:latin typeface="Canva Sans Bold"/>
                <a:ea typeface="Canva Sans Bold"/>
                <a:cs typeface="Canva Sans Bold"/>
              </a:defRPr>
            </a:lvl7pPr>
            <a:lvl8pPr algn="l">
              <a:defRPr sz="4350" b="1">
                <a:solidFill>
                  <a:srgbClr val="000000"/>
                </a:solidFill>
                <a:latin typeface="Canva Sans Bold"/>
                <a:ea typeface="Canva Sans Bold"/>
                <a:cs typeface="Canva Sans Bold"/>
              </a:defRPr>
            </a:lvl8pPr>
            <a:lvl9pPr algn="l">
              <a:defRPr sz="4350" b="1">
                <a:solidFill>
                  <a:srgbClr val="000000"/>
                </a:solidFill>
                <a:latin typeface="Canva Sans Bold"/>
                <a:ea typeface="Canva Sans Bold"/>
                <a:cs typeface="Canva Sans Bold"/>
              </a:defRPr>
            </a:lvl9pPr>
          </a:lstStyle>
          <a:p xmlns:a="http://schemas.openxmlformats.org/drawingml/2006/main">
            <a:pPr algn="l">
              <a:lnSpc>
                <a:spcPct val="112000"/>
              </a:lnSpc>
              <a:buNone/>
              <a:defRPr sz="4350" b="1">
                <a:solidFill>
                  <a:srgbClr val="000000"/>
                </a:solidFill>
                <a:latin typeface="Canva Sans Bold"/>
                <a:ea typeface="Canva Sans Bold"/>
                <a:cs typeface="Canva Sans Bold"/>
              </a:defRPr>
            </a:pPr>
            <a:r>
              <a:rPr sz="4350" b="1">
                <a:solidFill>
                  <a:srgbClr val="000000"/>
                </a:solidFill>
                <a:latin typeface="Canva Sans Bold"/>
                <a:ea typeface="Canva Sans Bold"/>
                <a:cs typeface="Canva Sans Bold"/>
              </a:rPr>
              <a:t>01  Baseline</a:t>
            </a:r>
          </a:p>
        </p:txBody>
      </p:sp>
      <p:sp>
        <p:nvSpPr>
          <p:cNvPr id="5" name="baseline-body">
            <a:extLst xmlns:a="http://schemas.openxmlformats.org/drawingml/2006/main">
              <a:ext uri="{FF2B5EF4-FFF2-40B4-BE49-F238E27FC236}">
                <a16:creationId xmlns:a16="http://schemas.microsoft.com/office/drawing/2014/main" id="{E9B73BF6-CD8B-4030-B685-27396B509AB5}"/>
              </a:ext>
            </a:extLst>
          </p:cNvPr>
          <p:cNvSpPr>
            <a:spLocks xmlns:a="http://schemas.openxmlformats.org/drawingml/2006/main" noGrp="1"/>
          </p:cNvSpPr>
          <p:nvPr/>
        </p:nvSpPr>
        <p:spPr>
          <a:xfrm xmlns:a="http://schemas.openxmlformats.org/drawingml/2006/main">
            <a:off x="1143000" y="5476875"/>
            <a:ext cx="714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0000"/>
                </a:solidFill>
                <a:latin typeface="Canva Sans Bold"/>
                <a:ea typeface="Canva Sans Bold"/>
                <a:cs typeface="Canva Sans Bold"/>
              </a:defRPr>
            </a:defPPr>
            <a:lvl1pPr algn="l">
              <a:defRPr sz="3300" b="1">
                <a:solidFill>
                  <a:srgbClr val="000000"/>
                </a:solidFill>
                <a:latin typeface="Canva Sans Bold"/>
                <a:ea typeface="Canva Sans Bold"/>
                <a:cs typeface="Canva Sans Bold"/>
              </a:defRPr>
            </a:lvl1pPr>
            <a:lvl2pPr algn="l">
              <a:defRPr sz="3300" b="1">
                <a:solidFill>
                  <a:srgbClr val="000000"/>
                </a:solidFill>
                <a:latin typeface="Canva Sans Bold"/>
                <a:ea typeface="Canva Sans Bold"/>
                <a:cs typeface="Canva Sans Bold"/>
              </a:defRPr>
            </a:lvl2pPr>
            <a:lvl3pPr algn="l">
              <a:defRPr sz="3300" b="1">
                <a:solidFill>
                  <a:srgbClr val="000000"/>
                </a:solidFill>
                <a:latin typeface="Canva Sans Bold"/>
                <a:ea typeface="Canva Sans Bold"/>
                <a:cs typeface="Canva Sans Bold"/>
              </a:defRPr>
            </a:lvl3pPr>
            <a:lvl4pPr algn="l">
              <a:defRPr sz="3300" b="1">
                <a:solidFill>
                  <a:srgbClr val="000000"/>
                </a:solidFill>
                <a:latin typeface="Canva Sans Bold"/>
                <a:ea typeface="Canva Sans Bold"/>
                <a:cs typeface="Canva Sans Bold"/>
              </a:defRPr>
            </a:lvl4pPr>
            <a:lvl5pPr algn="l">
              <a:defRPr sz="3300" b="1">
                <a:solidFill>
                  <a:srgbClr val="000000"/>
                </a:solidFill>
                <a:latin typeface="Canva Sans Bold"/>
                <a:ea typeface="Canva Sans Bold"/>
                <a:cs typeface="Canva Sans Bold"/>
              </a:defRPr>
            </a:lvl5pPr>
            <a:lvl6pPr algn="l">
              <a:defRPr sz="3300" b="1">
                <a:solidFill>
                  <a:srgbClr val="000000"/>
                </a:solidFill>
                <a:latin typeface="Canva Sans Bold"/>
                <a:ea typeface="Canva Sans Bold"/>
                <a:cs typeface="Canva Sans Bold"/>
              </a:defRPr>
            </a:lvl6pPr>
            <a:lvl7pPr algn="l">
              <a:defRPr sz="3300" b="1">
                <a:solidFill>
                  <a:srgbClr val="000000"/>
                </a:solidFill>
                <a:latin typeface="Canva Sans Bold"/>
                <a:ea typeface="Canva Sans Bold"/>
                <a:cs typeface="Canva Sans Bold"/>
              </a:defRPr>
            </a:lvl7pPr>
            <a:lvl8pPr algn="l">
              <a:defRPr sz="3300" b="1">
                <a:solidFill>
                  <a:srgbClr val="000000"/>
                </a:solidFill>
                <a:latin typeface="Canva Sans Bold"/>
                <a:ea typeface="Canva Sans Bold"/>
                <a:cs typeface="Canva Sans Bold"/>
              </a:defRPr>
            </a:lvl8pPr>
            <a:lvl9pPr algn="l">
              <a:defRPr sz="3300" b="1">
                <a:solidFill>
                  <a:srgbClr val="000000"/>
                </a:solidFill>
                <a:latin typeface="Canva Sans Bold"/>
                <a:ea typeface="Canva Sans Bold"/>
                <a:cs typeface="Canva Sans Bold"/>
              </a:defRPr>
            </a:lvl9pPr>
          </a:lstStyle>
          <a:p xmlns:a="http://schemas.openxmlformats.org/drawingml/2006/main">
            <a:pPr algn="l">
              <a:lnSpc>
                <a:spcPct val="112000"/>
              </a:lnSpc>
              <a:buNone/>
              <a:defRPr sz="3300" b="1">
                <a:solidFill>
                  <a:srgbClr val="000000"/>
                </a:solidFill>
                <a:latin typeface="Canva Sans Bold"/>
                <a:ea typeface="Canva Sans Bold"/>
                <a:cs typeface="Canva Sans Bold"/>
              </a:defRPr>
            </a:pPr>
            <a:r>
              <a:rPr sz="3300" b="1">
                <a:solidFill>
                  <a:srgbClr val="000000"/>
                </a:solidFill>
                <a:latin typeface="Canva Sans Bold"/>
                <a:ea typeface="Canva Sans Bold"/>
                <a:cs typeface="Canva Sans Bold"/>
              </a:rPr>
              <a:t>Expected background PM2.5</a:t>
            </a:r>
          </a:p>
          <a:p xmlns:a="http://schemas.openxmlformats.org/drawingml/2006/main">
            <a:pPr algn="l">
              <a:lnSpc>
                <a:spcPct val="112000"/>
              </a:lnSpc>
              <a:buNone/>
              <a:defRPr sz="3300" b="1">
                <a:solidFill>
                  <a:srgbClr val="000000"/>
                </a:solidFill>
                <a:latin typeface="Canva Sans Bold"/>
                <a:ea typeface="Canva Sans Bold"/>
                <a:cs typeface="Canva Sans Bold"/>
              </a:defRPr>
            </a:pPr>
            <a:r>
              <a:rPr sz="3300" b="1">
                <a:solidFill>
                  <a:srgbClr val="000000"/>
                </a:solidFill>
                <a:latin typeface="Canva Sans Bold"/>
                <a:ea typeface="Canva Sans Bold"/>
                <a:cs typeface="Canva Sans Bold"/>
              </a:rPr>
              <a:t>Recent pollution + weather</a:t>
            </a:r>
          </a:p>
          <a:p xmlns:a="http://schemas.openxmlformats.org/drawingml/2006/main">
            <a:pPr algn="l">
              <a:lnSpc>
                <a:spcPct val="112000"/>
              </a:lnSpc>
              <a:buNone/>
              <a:defRPr sz="3300" b="1">
                <a:solidFill>
                  <a:srgbClr val="000000"/>
                </a:solidFill>
                <a:latin typeface="Canva Sans Bold"/>
                <a:ea typeface="Canva Sans Bold"/>
                <a:cs typeface="Canva Sans Bold"/>
              </a:defRPr>
            </a:pPr>
            <a:r>
              <a:rPr sz="3300" b="1">
                <a:solidFill>
                  <a:srgbClr val="000000"/>
                </a:solidFill>
                <a:latin typeface="Canva Sans Bold"/>
                <a:ea typeface="Canva Sans Bold"/>
                <a:cs typeface="Canva Sans Bold"/>
              </a:rPr>
              <a:t>Regional fire detections</a:t>
            </a:r>
          </a:p>
        </p:txBody>
      </p:sp>
      <p:sp>
        <p:nvSpPr>
          <p:cNvPr id="6" name="burst-label">
            <a:extLst xmlns:a="http://schemas.openxmlformats.org/drawingml/2006/main">
              <a:ext uri="{FF2B5EF4-FFF2-40B4-BE49-F238E27FC236}">
                <a16:creationId xmlns:a16="http://schemas.microsoft.com/office/drawing/2014/main" id="{D9510C0C-8D59-474F-A14C-30567A236813}"/>
              </a:ext>
            </a:extLst>
          </p:cNvPr>
          <p:cNvSpPr>
            <a:spLocks xmlns:a="http://schemas.openxmlformats.org/drawingml/2006/main" noGrp="1"/>
          </p:cNvSpPr>
          <p:nvPr/>
        </p:nvSpPr>
        <p:spPr>
          <a:xfrm xmlns:a="http://schemas.openxmlformats.org/drawingml/2006/main">
            <a:off x="9810750" y="4429125"/>
            <a:ext cx="733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000000"/>
                </a:solidFill>
                <a:latin typeface="Canva Sans Bold"/>
                <a:ea typeface="Canva Sans Bold"/>
                <a:cs typeface="Canva Sans Bold"/>
              </a:defRPr>
            </a:defPPr>
            <a:lvl1pPr algn="l">
              <a:defRPr sz="4350" b="1">
                <a:solidFill>
                  <a:srgbClr val="000000"/>
                </a:solidFill>
                <a:latin typeface="Canva Sans Bold"/>
                <a:ea typeface="Canva Sans Bold"/>
                <a:cs typeface="Canva Sans Bold"/>
              </a:defRPr>
            </a:lvl1pPr>
            <a:lvl2pPr algn="l">
              <a:defRPr sz="4350" b="1">
                <a:solidFill>
                  <a:srgbClr val="000000"/>
                </a:solidFill>
                <a:latin typeface="Canva Sans Bold"/>
                <a:ea typeface="Canva Sans Bold"/>
                <a:cs typeface="Canva Sans Bold"/>
              </a:defRPr>
            </a:lvl2pPr>
            <a:lvl3pPr algn="l">
              <a:defRPr sz="4350" b="1">
                <a:solidFill>
                  <a:srgbClr val="000000"/>
                </a:solidFill>
                <a:latin typeface="Canva Sans Bold"/>
                <a:ea typeface="Canva Sans Bold"/>
                <a:cs typeface="Canva Sans Bold"/>
              </a:defRPr>
            </a:lvl3pPr>
            <a:lvl4pPr algn="l">
              <a:defRPr sz="4350" b="1">
                <a:solidFill>
                  <a:srgbClr val="000000"/>
                </a:solidFill>
                <a:latin typeface="Canva Sans Bold"/>
                <a:ea typeface="Canva Sans Bold"/>
                <a:cs typeface="Canva Sans Bold"/>
              </a:defRPr>
            </a:lvl4pPr>
            <a:lvl5pPr algn="l">
              <a:defRPr sz="4350" b="1">
                <a:solidFill>
                  <a:srgbClr val="000000"/>
                </a:solidFill>
                <a:latin typeface="Canva Sans Bold"/>
                <a:ea typeface="Canva Sans Bold"/>
                <a:cs typeface="Canva Sans Bold"/>
              </a:defRPr>
            </a:lvl5pPr>
            <a:lvl6pPr algn="l">
              <a:defRPr sz="4350" b="1">
                <a:solidFill>
                  <a:srgbClr val="000000"/>
                </a:solidFill>
                <a:latin typeface="Canva Sans Bold"/>
                <a:ea typeface="Canva Sans Bold"/>
                <a:cs typeface="Canva Sans Bold"/>
              </a:defRPr>
            </a:lvl6pPr>
            <a:lvl7pPr algn="l">
              <a:defRPr sz="4350" b="1">
                <a:solidFill>
                  <a:srgbClr val="000000"/>
                </a:solidFill>
                <a:latin typeface="Canva Sans Bold"/>
                <a:ea typeface="Canva Sans Bold"/>
                <a:cs typeface="Canva Sans Bold"/>
              </a:defRPr>
            </a:lvl7pPr>
            <a:lvl8pPr algn="l">
              <a:defRPr sz="4350" b="1">
                <a:solidFill>
                  <a:srgbClr val="000000"/>
                </a:solidFill>
                <a:latin typeface="Canva Sans Bold"/>
                <a:ea typeface="Canva Sans Bold"/>
                <a:cs typeface="Canva Sans Bold"/>
              </a:defRPr>
            </a:lvl8pPr>
            <a:lvl9pPr algn="l">
              <a:defRPr sz="4350" b="1">
                <a:solidFill>
                  <a:srgbClr val="000000"/>
                </a:solidFill>
                <a:latin typeface="Canva Sans Bold"/>
                <a:ea typeface="Canva Sans Bold"/>
                <a:cs typeface="Canva Sans Bold"/>
              </a:defRPr>
            </a:lvl9pPr>
          </a:lstStyle>
          <a:p xmlns:a="http://schemas.openxmlformats.org/drawingml/2006/main">
            <a:pPr algn="l">
              <a:lnSpc>
                <a:spcPct val="112000"/>
              </a:lnSpc>
              <a:buNone/>
              <a:defRPr sz="4350" b="1">
                <a:solidFill>
                  <a:srgbClr val="000000"/>
                </a:solidFill>
                <a:latin typeface="Canva Sans Bold"/>
                <a:ea typeface="Canva Sans Bold"/>
                <a:cs typeface="Canva Sans Bold"/>
              </a:defRPr>
            </a:pPr>
            <a:r>
              <a:rPr sz="4350" b="1">
                <a:solidFill>
                  <a:srgbClr val="000000"/>
                </a:solidFill>
                <a:latin typeface="Canva Sans Bold"/>
                <a:ea typeface="Canva Sans Bold"/>
                <a:cs typeface="Canva Sans Bold"/>
              </a:rPr>
              <a:t>02  Diwali burst</a:t>
            </a:r>
          </a:p>
        </p:txBody>
      </p:sp>
      <p:sp>
        <p:nvSpPr>
          <p:cNvPr id="7" name="burst-body">
            <a:extLst xmlns:a="http://schemas.openxmlformats.org/drawingml/2006/main">
              <a:ext uri="{FF2B5EF4-FFF2-40B4-BE49-F238E27FC236}">
                <a16:creationId xmlns:a16="http://schemas.microsoft.com/office/drawing/2014/main" id="{E7C95A49-5A6E-44B4-80EE-BCCBAC14BF2C}"/>
              </a:ext>
            </a:extLst>
          </p:cNvPr>
          <p:cNvSpPr>
            <a:spLocks xmlns:a="http://schemas.openxmlformats.org/drawingml/2006/main" noGrp="1"/>
          </p:cNvSpPr>
          <p:nvPr/>
        </p:nvSpPr>
        <p:spPr>
          <a:xfrm xmlns:a="http://schemas.openxmlformats.org/drawingml/2006/main">
            <a:off x="9810750" y="5476875"/>
            <a:ext cx="7334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0000"/>
                </a:solidFill>
                <a:latin typeface="Canva Sans Bold"/>
                <a:ea typeface="Canva Sans Bold"/>
                <a:cs typeface="Canva Sans Bold"/>
              </a:defRPr>
            </a:defPPr>
            <a:lvl1pPr algn="l">
              <a:defRPr sz="3300" b="1">
                <a:solidFill>
                  <a:srgbClr val="000000"/>
                </a:solidFill>
                <a:latin typeface="Canva Sans Bold"/>
                <a:ea typeface="Canva Sans Bold"/>
                <a:cs typeface="Canva Sans Bold"/>
              </a:defRPr>
            </a:lvl1pPr>
            <a:lvl2pPr algn="l">
              <a:defRPr sz="3300" b="1">
                <a:solidFill>
                  <a:srgbClr val="000000"/>
                </a:solidFill>
                <a:latin typeface="Canva Sans Bold"/>
                <a:ea typeface="Canva Sans Bold"/>
                <a:cs typeface="Canva Sans Bold"/>
              </a:defRPr>
            </a:lvl2pPr>
            <a:lvl3pPr algn="l">
              <a:defRPr sz="3300" b="1">
                <a:solidFill>
                  <a:srgbClr val="000000"/>
                </a:solidFill>
                <a:latin typeface="Canva Sans Bold"/>
                <a:ea typeface="Canva Sans Bold"/>
                <a:cs typeface="Canva Sans Bold"/>
              </a:defRPr>
            </a:lvl3pPr>
            <a:lvl4pPr algn="l">
              <a:defRPr sz="3300" b="1">
                <a:solidFill>
                  <a:srgbClr val="000000"/>
                </a:solidFill>
                <a:latin typeface="Canva Sans Bold"/>
                <a:ea typeface="Canva Sans Bold"/>
                <a:cs typeface="Canva Sans Bold"/>
              </a:defRPr>
            </a:lvl4pPr>
            <a:lvl5pPr algn="l">
              <a:defRPr sz="3300" b="1">
                <a:solidFill>
                  <a:srgbClr val="000000"/>
                </a:solidFill>
                <a:latin typeface="Canva Sans Bold"/>
                <a:ea typeface="Canva Sans Bold"/>
                <a:cs typeface="Canva Sans Bold"/>
              </a:defRPr>
            </a:lvl5pPr>
            <a:lvl6pPr algn="l">
              <a:defRPr sz="3300" b="1">
                <a:solidFill>
                  <a:srgbClr val="000000"/>
                </a:solidFill>
                <a:latin typeface="Canva Sans Bold"/>
                <a:ea typeface="Canva Sans Bold"/>
                <a:cs typeface="Canva Sans Bold"/>
              </a:defRPr>
            </a:lvl6pPr>
            <a:lvl7pPr algn="l">
              <a:defRPr sz="3300" b="1">
                <a:solidFill>
                  <a:srgbClr val="000000"/>
                </a:solidFill>
                <a:latin typeface="Canva Sans Bold"/>
                <a:ea typeface="Canva Sans Bold"/>
                <a:cs typeface="Canva Sans Bold"/>
              </a:defRPr>
            </a:lvl7pPr>
            <a:lvl8pPr algn="l">
              <a:defRPr sz="3300" b="1">
                <a:solidFill>
                  <a:srgbClr val="000000"/>
                </a:solidFill>
                <a:latin typeface="Canva Sans Bold"/>
                <a:ea typeface="Canva Sans Bold"/>
                <a:cs typeface="Canva Sans Bold"/>
              </a:defRPr>
            </a:lvl8pPr>
            <a:lvl9pPr algn="l">
              <a:defRPr sz="3300" b="1">
                <a:solidFill>
                  <a:srgbClr val="000000"/>
                </a:solidFill>
                <a:latin typeface="Canva Sans Bold"/>
                <a:ea typeface="Canva Sans Bold"/>
                <a:cs typeface="Canva Sans Bold"/>
              </a:defRPr>
            </a:lvl9pPr>
          </a:lstStyle>
          <a:p xmlns:a="http://schemas.openxmlformats.org/drawingml/2006/main">
            <a:pPr algn="l">
              <a:lnSpc>
                <a:spcPct val="112000"/>
              </a:lnSpc>
              <a:buNone/>
              <a:defRPr sz="3300" b="1">
                <a:solidFill>
                  <a:srgbClr val="000000"/>
                </a:solidFill>
                <a:latin typeface="Canva Sans Bold"/>
                <a:ea typeface="Canva Sans Bold"/>
                <a:cs typeface="Canva Sans Bold"/>
              </a:defRPr>
            </a:pPr>
            <a:r>
              <a:rPr sz="3300" b="1">
                <a:solidFill>
                  <a:srgbClr val="000000"/>
                </a:solidFill>
                <a:latin typeface="Canva Sans Bold"/>
                <a:ea typeface="Canva Sans Bold"/>
                <a:cs typeface="Canva Sans Bold"/>
              </a:rPr>
              <a:t>Extra event-associated PM2.5</a:t>
            </a:r>
          </a:p>
          <a:p xmlns:a="http://schemas.openxmlformats.org/drawingml/2006/main">
            <a:pPr algn="l">
              <a:lnSpc>
                <a:spcPct val="112000"/>
              </a:lnSpc>
              <a:buNone/>
              <a:defRPr sz="3300" b="1">
                <a:solidFill>
                  <a:srgbClr val="000000"/>
                </a:solidFill>
                <a:latin typeface="Canva Sans Bold"/>
                <a:ea typeface="Canva Sans Bold"/>
                <a:cs typeface="Canva Sans Bold"/>
              </a:defRPr>
            </a:pPr>
            <a:r>
              <a:rPr sz="3300" b="1">
                <a:solidFill>
                  <a:srgbClr val="000000"/>
                </a:solidFill>
                <a:latin typeface="Canva Sans Bold"/>
                <a:ea typeface="Canva Sans Bold"/>
                <a:cs typeface="Canva Sans Bold"/>
              </a:rPr>
              <a:t>Ventilation + pre-event buildup</a:t>
            </a:r>
          </a:p>
          <a:p xmlns:a="http://schemas.openxmlformats.org/drawingml/2006/main">
            <a:pPr algn="l">
              <a:lnSpc>
                <a:spcPct val="112000"/>
              </a:lnSpc>
              <a:buNone/>
              <a:defRPr sz="3300" b="1">
                <a:solidFill>
                  <a:srgbClr val="000000"/>
                </a:solidFill>
                <a:latin typeface="Canva Sans Bold"/>
                <a:ea typeface="Canva Sans Bold"/>
                <a:cs typeface="Canva Sans Bold"/>
              </a:defRPr>
            </a:pPr>
            <a:r>
              <a:rPr sz="3300" b="1">
                <a:solidFill>
                  <a:srgbClr val="000000"/>
                </a:solidFill>
                <a:latin typeface="Canva Sans Bold"/>
                <a:ea typeface="Canva Sans Bold"/>
                <a:cs typeface="Canva Sans Bold"/>
              </a:rPr>
              <a:t>Past events + ban calendar</a:t>
            </a:r>
          </a:p>
        </p:txBody>
      </p:sp>
      <p:sp>
        <p:nvSpPr>
          <p:cNvPr id="8" name="difference">
            <a:extLst xmlns:a="http://schemas.openxmlformats.org/drawingml/2006/main">
              <a:ext uri="{FF2B5EF4-FFF2-40B4-BE49-F238E27FC236}">
                <a16:creationId xmlns:a16="http://schemas.microsoft.com/office/drawing/2014/main" id="{A0EF4B93-47A8-4796-8354-6070061E1BB5}"/>
              </a:ext>
            </a:extLst>
          </p:cNvPr>
          <p:cNvSpPr>
            <a:spLocks xmlns:a="http://schemas.openxmlformats.org/drawingml/2006/main" noGrp="1"/>
          </p:cNvSpPr>
          <p:nvPr/>
        </p:nvSpPr>
        <p:spPr>
          <a:xfrm xmlns:a="http://schemas.openxmlformats.org/drawingml/2006/main">
            <a:off x="1143000" y="8096250"/>
            <a:ext cx="1600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00000"/>
                </a:solidFill>
                <a:latin typeface="Canva Sans Bold"/>
                <a:ea typeface="Canva Sans Bold"/>
                <a:cs typeface="Canva Sans Bold"/>
              </a:defRPr>
            </a:defPPr>
            <a:lvl1pPr algn="l">
              <a:defRPr sz="2925" b="1">
                <a:solidFill>
                  <a:srgbClr val="000000"/>
                </a:solidFill>
                <a:latin typeface="Canva Sans Bold"/>
                <a:ea typeface="Canva Sans Bold"/>
                <a:cs typeface="Canva Sans Bold"/>
              </a:defRPr>
            </a:lvl1pPr>
            <a:lvl2pPr algn="l">
              <a:defRPr sz="2925" b="1">
                <a:solidFill>
                  <a:srgbClr val="000000"/>
                </a:solidFill>
                <a:latin typeface="Canva Sans Bold"/>
                <a:ea typeface="Canva Sans Bold"/>
                <a:cs typeface="Canva Sans Bold"/>
              </a:defRPr>
            </a:lvl2pPr>
            <a:lvl3pPr algn="l">
              <a:defRPr sz="2925" b="1">
                <a:solidFill>
                  <a:srgbClr val="000000"/>
                </a:solidFill>
                <a:latin typeface="Canva Sans Bold"/>
                <a:ea typeface="Canva Sans Bold"/>
                <a:cs typeface="Canva Sans Bold"/>
              </a:defRPr>
            </a:lvl3pPr>
            <a:lvl4pPr algn="l">
              <a:defRPr sz="2925" b="1">
                <a:solidFill>
                  <a:srgbClr val="000000"/>
                </a:solidFill>
                <a:latin typeface="Canva Sans Bold"/>
                <a:ea typeface="Canva Sans Bold"/>
                <a:cs typeface="Canva Sans Bold"/>
              </a:defRPr>
            </a:lvl4pPr>
            <a:lvl5pPr algn="l">
              <a:defRPr sz="2925" b="1">
                <a:solidFill>
                  <a:srgbClr val="000000"/>
                </a:solidFill>
                <a:latin typeface="Canva Sans Bold"/>
                <a:ea typeface="Canva Sans Bold"/>
                <a:cs typeface="Canva Sans Bold"/>
              </a:defRPr>
            </a:lvl5pPr>
            <a:lvl6pPr algn="l">
              <a:defRPr sz="2925" b="1">
                <a:solidFill>
                  <a:srgbClr val="000000"/>
                </a:solidFill>
                <a:latin typeface="Canva Sans Bold"/>
                <a:ea typeface="Canva Sans Bold"/>
                <a:cs typeface="Canva Sans Bold"/>
              </a:defRPr>
            </a:lvl6pPr>
            <a:lvl7pPr algn="l">
              <a:defRPr sz="2925" b="1">
                <a:solidFill>
                  <a:srgbClr val="000000"/>
                </a:solidFill>
                <a:latin typeface="Canva Sans Bold"/>
                <a:ea typeface="Canva Sans Bold"/>
                <a:cs typeface="Canva Sans Bold"/>
              </a:defRPr>
            </a:lvl7pPr>
            <a:lvl8pPr algn="l">
              <a:defRPr sz="2925" b="1">
                <a:solidFill>
                  <a:srgbClr val="000000"/>
                </a:solidFill>
                <a:latin typeface="Canva Sans Bold"/>
                <a:ea typeface="Canva Sans Bold"/>
                <a:cs typeface="Canva Sans Bold"/>
              </a:defRPr>
            </a:lvl8pPr>
            <a:lvl9pPr algn="l">
              <a:defRPr sz="2925" b="1">
                <a:solidFill>
                  <a:srgbClr val="000000"/>
                </a:solidFill>
                <a:latin typeface="Canva Sans Bold"/>
                <a:ea typeface="Canva Sans Bold"/>
                <a:cs typeface="Canva Sans Bold"/>
              </a:defRPr>
            </a:lvl9pPr>
          </a:lstStyle>
          <a:p xmlns:a="http://schemas.openxmlformats.org/drawingml/2006/main">
            <a:pPr algn="l">
              <a:lnSpc>
                <a:spcPct val="112000"/>
              </a:lnSpc>
              <a:buNone/>
              <a:defRPr sz="2925" b="1">
                <a:solidFill>
                  <a:srgbClr val="000000"/>
                </a:solidFill>
                <a:latin typeface="Canva Sans Bold"/>
                <a:ea typeface="Canva Sans Bold"/>
                <a:cs typeface="Canva Sans Bold"/>
              </a:defRPr>
            </a:pPr>
            <a:r>
              <a:rPr sz="2925" b="1">
                <a:solidFill>
                  <a:srgbClr val="000000"/>
                </a:solidFill>
                <a:latin typeface="Canva Sans Bold"/>
                <a:ea typeface="Canva Sans Bold"/>
                <a:cs typeface="Canva Sans Bold"/>
              </a:rPr>
              <a:t>Ward estimates with P10 / P50 / P90 ranges</a:t>
            </a:r>
          </a:p>
          <a:p xmlns:a="http://schemas.openxmlformats.org/drawingml/2006/main">
            <a:pPr algn="l">
              <a:lnSpc>
                <a:spcPct val="112000"/>
              </a:lnSpc>
              <a:buNone/>
              <a:defRPr sz="2925" b="1">
                <a:solidFill>
                  <a:srgbClr val="000000"/>
                </a:solidFill>
                <a:latin typeface="Canva Sans Bold"/>
                <a:ea typeface="Canva Sans Bold"/>
                <a:cs typeface="Canva Sans Bold"/>
              </a:defRPr>
            </a:pPr>
            <a:r>
              <a:rPr sz="2925" b="1">
                <a:solidFill>
                  <a:srgbClr val="000000"/>
                </a:solidFill>
                <a:latin typeface="Canva Sans Bold"/>
                <a:ea typeface="Canva Sans Bold"/>
                <a:cs typeface="Canva Sans Bold"/>
              </a:rPr>
              <a:t>Resident guidance and officer priorities</a:t>
            </a:r>
          </a:p>
        </p:txBody>
      </p:sp>
      <p:sp>
        <p:nvSpPr>
          <p:cNvPr id="9" name="causal-limit">
            <a:extLst xmlns:a="http://schemas.openxmlformats.org/drawingml/2006/main">
              <a:ext uri="{FF2B5EF4-FFF2-40B4-BE49-F238E27FC236}">
                <a16:creationId xmlns:a16="http://schemas.microsoft.com/office/drawing/2014/main" id="{6DBC28B8-97E8-4460-86ED-9F8DA7C8ADD7}"/>
              </a:ext>
            </a:extLst>
          </p:cNvPr>
          <p:cNvSpPr>
            <a:spLocks xmlns:a="http://schemas.openxmlformats.org/drawingml/2006/main" noGrp="1"/>
          </p:cNvSpPr>
          <p:nvPr/>
        </p:nvSpPr>
        <p:spPr>
          <a:xfrm xmlns:a="http://schemas.openxmlformats.org/drawingml/2006/main">
            <a:off x="1143000" y="9525000"/>
            <a:ext cx="1600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44444"/>
                </a:solidFill>
                <a:latin typeface="Canva Sans Bold"/>
                <a:ea typeface="Canva Sans Bold"/>
                <a:cs typeface="Canva Sans Bold"/>
              </a:defRPr>
            </a:defPPr>
            <a:lvl1pPr algn="l">
              <a:defRPr sz="2025" b="1">
                <a:solidFill>
                  <a:srgbClr val="444444"/>
                </a:solidFill>
                <a:latin typeface="Canva Sans Bold"/>
                <a:ea typeface="Canva Sans Bold"/>
                <a:cs typeface="Canva Sans Bold"/>
              </a:defRPr>
            </a:lvl1pPr>
            <a:lvl2pPr algn="l">
              <a:defRPr sz="2025" b="1">
                <a:solidFill>
                  <a:srgbClr val="444444"/>
                </a:solidFill>
                <a:latin typeface="Canva Sans Bold"/>
                <a:ea typeface="Canva Sans Bold"/>
                <a:cs typeface="Canva Sans Bold"/>
              </a:defRPr>
            </a:lvl2pPr>
            <a:lvl3pPr algn="l">
              <a:defRPr sz="2025" b="1">
                <a:solidFill>
                  <a:srgbClr val="444444"/>
                </a:solidFill>
                <a:latin typeface="Canva Sans Bold"/>
                <a:ea typeface="Canva Sans Bold"/>
                <a:cs typeface="Canva Sans Bold"/>
              </a:defRPr>
            </a:lvl3pPr>
            <a:lvl4pPr algn="l">
              <a:defRPr sz="2025" b="1">
                <a:solidFill>
                  <a:srgbClr val="444444"/>
                </a:solidFill>
                <a:latin typeface="Canva Sans Bold"/>
                <a:ea typeface="Canva Sans Bold"/>
                <a:cs typeface="Canva Sans Bold"/>
              </a:defRPr>
            </a:lvl4pPr>
            <a:lvl5pPr algn="l">
              <a:defRPr sz="2025" b="1">
                <a:solidFill>
                  <a:srgbClr val="444444"/>
                </a:solidFill>
                <a:latin typeface="Canva Sans Bold"/>
                <a:ea typeface="Canva Sans Bold"/>
                <a:cs typeface="Canva Sans Bold"/>
              </a:defRPr>
            </a:lvl5pPr>
            <a:lvl6pPr algn="l">
              <a:defRPr sz="2025" b="1">
                <a:solidFill>
                  <a:srgbClr val="444444"/>
                </a:solidFill>
                <a:latin typeface="Canva Sans Bold"/>
                <a:ea typeface="Canva Sans Bold"/>
                <a:cs typeface="Canva Sans Bold"/>
              </a:defRPr>
            </a:lvl6pPr>
            <a:lvl7pPr algn="l">
              <a:defRPr sz="2025" b="1">
                <a:solidFill>
                  <a:srgbClr val="444444"/>
                </a:solidFill>
                <a:latin typeface="Canva Sans Bold"/>
                <a:ea typeface="Canva Sans Bold"/>
                <a:cs typeface="Canva Sans Bold"/>
              </a:defRPr>
            </a:lvl7pPr>
            <a:lvl8pPr algn="l">
              <a:defRPr sz="2025" b="1">
                <a:solidFill>
                  <a:srgbClr val="444444"/>
                </a:solidFill>
                <a:latin typeface="Canva Sans Bold"/>
                <a:ea typeface="Canva Sans Bold"/>
                <a:cs typeface="Canva Sans Bold"/>
              </a:defRPr>
            </a:lvl8pPr>
            <a:lvl9pPr algn="l">
              <a:defRPr sz="2025" b="1">
                <a:solidFill>
                  <a:srgbClr val="444444"/>
                </a:solidFill>
                <a:latin typeface="Canva Sans Bold"/>
                <a:ea typeface="Canva Sans Bold"/>
                <a:cs typeface="Canva Sans Bold"/>
              </a:defRPr>
            </a:lvl9pPr>
          </a:lstStyle>
          <a:p xmlns:a="http://schemas.openxmlformats.org/drawingml/2006/main">
            <a:pPr algn="l">
              <a:lnSpc>
                <a:spcPct val="112000"/>
              </a:lnSpc>
              <a:buNone/>
              <a:defRPr sz="2025" b="1">
                <a:solidFill>
                  <a:srgbClr val="444444"/>
                </a:solidFill>
                <a:latin typeface="Canva Sans Bold"/>
                <a:ea typeface="Canva Sans Bold"/>
                <a:cs typeface="Canva Sans Bold"/>
              </a:defRPr>
            </a:pPr>
            <a:r>
              <a:rPr sz="2025" b="1">
                <a:solidFill>
                  <a:srgbClr val="444444"/>
                </a:solidFill>
                <a:latin typeface="Canva Sans Bold"/>
                <a:ea typeface="Canva Sans Bold"/>
                <a:cs typeface="Canva Sans Bold"/>
              </a:rPr>
              <a:t>The burst is a forecasting residual. Firecracker attribution remains uncertain.</a:t>
            </a:r>
          </a:p>
        </p:txBody>
      </p:sp>
    </p:spTree>
    <p:extLst>
      <p:ext uri="{BB962C8B-B14F-4D97-AF65-F5344CB8AC3E}">
        <p14:creationId xmlns:p14="http://schemas.microsoft.com/office/powerpoint/2010/main" val="113710846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E2E777FA-1B07-4F51-8DB3-E3D72C0F9D93}"/>
              </a:ext>
            </a:extLst>
          </p:cNvPr>
          <p:cNvCxnSpPr>
            <a:stCxn xmlns:a="http://schemas.openxmlformats.org/drawingml/2006/main" id="10" idx="1"/>
            <a:endCxn xmlns:a="http://schemas.openxmlformats.org/drawingml/2006/main" id="11" idx="3"/>
          </p:cNvCxnSpPr>
          <p:nvPr/>
        </p:nvCxnSpPr>
        <p:spPr>
          <a:xfrm xmlns:a="http://schemas.openxmlformats.org/drawingml/2006/main" flipH="1">
            <a:off x="4191000" y="7715250"/>
            <a:ext cx="857250" cy="0"/>
          </a:xfrm>
          <a:prstGeom xmlns:a="http://schemas.openxmlformats.org/drawingml/2006/main" prst="straightConnector1">
            <a:avLst/>
          </a:prstGeom>
          <a:ln xmlns:a="http://schemas.openxmlformats.org/drawingml/2006/main" w="23813">
            <a:solidFill>
              <a:srgbClr val="000000"/>
            </a:solidFill>
            <a:tailEnd type="triangle" w="med" len="med"/>
          </a:ln>
        </p:spPr>
      </p:cxnSp>
      <p:cxnSp>
        <p:nvCxnSpPr>
          <p:cNvPr id="20" name="">
            <a:extLst xmlns:a="http://schemas.openxmlformats.org/drawingml/2006/main">
              <a:ext uri="{FF2B5EF4-FFF2-40B4-BE49-F238E27FC236}">
                <a16:creationId xmlns:a16="http://schemas.microsoft.com/office/drawing/2014/main" id="{7E55A49B-7354-4076-95A6-2E9F58141141}"/>
              </a:ext>
            </a:extLst>
          </p:cNvPr>
          <p:cNvCxnSpPr>
            <a:stCxn xmlns:a="http://schemas.openxmlformats.org/drawingml/2006/main" id="9" idx="1"/>
            <a:endCxn xmlns:a="http://schemas.openxmlformats.org/drawingml/2006/main" id="10" idx="3"/>
          </p:cNvCxnSpPr>
          <p:nvPr/>
        </p:nvCxnSpPr>
        <p:spPr>
          <a:xfrm xmlns:a="http://schemas.openxmlformats.org/drawingml/2006/main" flipH="1">
            <a:off x="8382000" y="7715250"/>
            <a:ext cx="857250" cy="0"/>
          </a:xfrm>
          <a:prstGeom xmlns:a="http://schemas.openxmlformats.org/drawingml/2006/main" prst="straightConnector1">
            <a:avLst/>
          </a:prstGeom>
          <a:ln xmlns:a="http://schemas.openxmlformats.org/drawingml/2006/main" w="23813">
            <a:solidFill>
              <a:srgbClr val="000000"/>
            </a:solidFill>
            <a:tailEnd type="triangle" w="med" len="med"/>
          </a:ln>
        </p:spPr>
      </p:cxnSp>
      <p:cxnSp>
        <p:nvCxnSpPr>
          <p:cNvPr id="19" name="">
            <a:extLst xmlns:a="http://schemas.openxmlformats.org/drawingml/2006/main">
              <a:ext uri="{FF2B5EF4-FFF2-40B4-BE49-F238E27FC236}">
                <a16:creationId xmlns:a16="http://schemas.microsoft.com/office/drawing/2014/main" id="{A1DFF1D8-DB9D-4FE2-9AB7-7EBEB12E565D}"/>
              </a:ext>
            </a:extLst>
          </p:cNvPr>
          <p:cNvCxnSpPr>
            <a:stCxn xmlns:a="http://schemas.openxmlformats.org/drawingml/2006/main" id="8" idx="1"/>
            <a:endCxn xmlns:a="http://schemas.openxmlformats.org/drawingml/2006/main" id="9" idx="3"/>
          </p:cNvCxnSpPr>
          <p:nvPr/>
        </p:nvCxnSpPr>
        <p:spPr>
          <a:xfrm xmlns:a="http://schemas.openxmlformats.org/drawingml/2006/main" flipH="1">
            <a:off x="12573000" y="7715250"/>
            <a:ext cx="857250" cy="0"/>
          </a:xfrm>
          <a:prstGeom xmlns:a="http://schemas.openxmlformats.org/drawingml/2006/main" prst="straightConnector1">
            <a:avLst/>
          </a:prstGeom>
          <a:ln xmlns:a="http://schemas.openxmlformats.org/drawingml/2006/main" w="23813">
            <a:solidFill>
              <a:srgbClr val="000000"/>
            </a:solidFill>
            <a:tailEnd type="triangle" w="med" len="med"/>
          </a:ln>
        </p:spPr>
      </p:cxnSp>
      <p:cxnSp>
        <p:nvCxnSpPr>
          <p:cNvPr id="18" name="">
            <a:extLst xmlns:a="http://schemas.openxmlformats.org/drawingml/2006/main">
              <a:ext uri="{FF2B5EF4-FFF2-40B4-BE49-F238E27FC236}">
                <a16:creationId xmlns:a16="http://schemas.microsoft.com/office/drawing/2014/main" id="{9328F7E5-1FA2-4089-9BFC-21EBD68F24C7}"/>
              </a:ext>
            </a:extLst>
          </p:cNvPr>
          <p:cNvCxnSpPr>
            <a:stCxn xmlns:a="http://schemas.openxmlformats.org/drawingml/2006/main" id="7" idx="2"/>
            <a:endCxn xmlns:a="http://schemas.openxmlformats.org/drawingml/2006/main" id="8" idx="0"/>
          </p:cNvCxnSpPr>
          <p:nvPr/>
        </p:nvCxnSpPr>
        <p:spPr>
          <a:xfrm xmlns:a="http://schemas.openxmlformats.org/drawingml/2006/main">
            <a:off x="15097125" y="4714875"/>
            <a:ext cx="0" cy="2333625"/>
          </a:xfrm>
          <a:prstGeom xmlns:a="http://schemas.openxmlformats.org/drawingml/2006/main" prst="straightConnector1">
            <a:avLst/>
          </a:prstGeom>
          <a:ln xmlns:a="http://schemas.openxmlformats.org/drawingml/2006/main" w="23813">
            <a:solidFill>
              <a:srgbClr val="000000"/>
            </a:solidFill>
            <a:tailEnd type="triangle" w="med" len="med"/>
          </a:ln>
        </p:spPr>
      </p:cxnSp>
      <p:cxnSp>
        <p:nvCxnSpPr>
          <p:cNvPr id="17" name="">
            <a:extLst xmlns:a="http://schemas.openxmlformats.org/drawingml/2006/main">
              <a:ext uri="{FF2B5EF4-FFF2-40B4-BE49-F238E27FC236}">
                <a16:creationId xmlns:a16="http://schemas.microsoft.com/office/drawing/2014/main" id="{B83A08A1-45FD-41E1-97F4-08A396E5F355}"/>
              </a:ext>
            </a:extLst>
          </p:cNvPr>
          <p:cNvCxnSpPr>
            <a:stCxn xmlns:a="http://schemas.openxmlformats.org/drawingml/2006/main" id="6" idx="3"/>
            <a:endCxn xmlns:a="http://schemas.openxmlformats.org/drawingml/2006/main" id="7" idx="1"/>
          </p:cNvCxnSpPr>
          <p:nvPr/>
        </p:nvCxnSpPr>
        <p:spPr>
          <a:xfrm xmlns:a="http://schemas.openxmlformats.org/drawingml/2006/main" flipV="1">
            <a:off x="12477750" y="4119563"/>
            <a:ext cx="952500" cy="1238250"/>
          </a:xfrm>
          <a:prstGeom xmlns:a="http://schemas.openxmlformats.org/drawingml/2006/main" prst="bentConnector3">
            <a:avLst>
              <a:gd name="adj1" fmla="val 50000"/>
            </a:avLst>
          </a:prstGeom>
          <a:ln xmlns:a="http://schemas.openxmlformats.org/drawingml/2006/main" w="23813">
            <a:solidFill>
              <a:srgbClr val="000000"/>
            </a:solidFill>
            <a:tailEnd type="triangle" w="med" len="med"/>
          </a:ln>
        </p:spPr>
      </p:cxnSp>
      <p:cxnSp>
        <p:nvCxnSpPr>
          <p:cNvPr id="16" name="">
            <a:extLst xmlns:a="http://schemas.openxmlformats.org/drawingml/2006/main">
              <a:ext uri="{FF2B5EF4-FFF2-40B4-BE49-F238E27FC236}">
                <a16:creationId xmlns:a16="http://schemas.microsoft.com/office/drawing/2014/main" id="{BBBFBD68-353B-40BD-BD9A-0B9B1009517E}"/>
              </a:ext>
            </a:extLst>
          </p:cNvPr>
          <p:cNvCxnSpPr>
            <a:stCxn xmlns:a="http://schemas.openxmlformats.org/drawingml/2006/main" id="5" idx="3"/>
            <a:endCxn xmlns:a="http://schemas.openxmlformats.org/drawingml/2006/main" id="7" idx="0"/>
          </p:cNvCxnSpPr>
          <p:nvPr/>
        </p:nvCxnSpPr>
        <p:spPr>
          <a:xfrm xmlns:a="http://schemas.openxmlformats.org/drawingml/2006/main">
            <a:off x="12477750" y="2976563"/>
            <a:ext cx="2619375" cy="547688"/>
          </a:xfrm>
          <a:prstGeom xmlns:a="http://schemas.openxmlformats.org/drawingml/2006/main" prst="bentConnector2">
            <a:avLst/>
          </a:prstGeom>
          <a:ln xmlns:a="http://schemas.openxmlformats.org/drawingml/2006/main" w="23813">
            <a:solidFill>
              <a:srgbClr val="000000"/>
            </a:solidFill>
            <a:tailEnd type="triangle" w="med" len="med"/>
          </a:ln>
        </p:spPr>
      </p:cxnSp>
      <p:cxnSp>
        <p:nvCxnSpPr>
          <p:cNvPr id="15" name="">
            <a:extLst xmlns:a="http://schemas.openxmlformats.org/drawingml/2006/main">
              <a:ext uri="{FF2B5EF4-FFF2-40B4-BE49-F238E27FC236}">
                <a16:creationId xmlns:a16="http://schemas.microsoft.com/office/drawing/2014/main" id="{F1F71D51-7871-40A4-A0EA-5762C677E380}"/>
              </a:ext>
            </a:extLst>
          </p:cNvPr>
          <p:cNvCxnSpPr>
            <a:stCxn xmlns:a="http://schemas.openxmlformats.org/drawingml/2006/main" id="5" idx="2"/>
            <a:endCxn xmlns:a="http://schemas.openxmlformats.org/drawingml/2006/main" id="6" idx="0"/>
          </p:cNvCxnSpPr>
          <p:nvPr/>
        </p:nvCxnSpPr>
        <p:spPr>
          <a:xfrm xmlns:a="http://schemas.openxmlformats.org/drawingml/2006/main">
            <a:off x="10715625" y="3571875"/>
            <a:ext cx="0" cy="1190625"/>
          </a:xfrm>
          <a:prstGeom xmlns:a="http://schemas.openxmlformats.org/drawingml/2006/main" prst="straightConnector1">
            <a:avLst/>
          </a:prstGeom>
          <a:ln xmlns:a="http://schemas.openxmlformats.org/drawingml/2006/main" w="23813">
            <a:solidFill>
              <a:srgbClr val="000000"/>
            </a:solidFill>
            <a:tailEnd type="triangle" w="med" len="med"/>
          </a:ln>
        </p:spPr>
      </p:cxnSp>
      <p:cxnSp>
        <p:nvCxnSpPr>
          <p:cNvPr id="14" name="">
            <a:extLst xmlns:a="http://schemas.openxmlformats.org/drawingml/2006/main">
              <a:ext uri="{FF2B5EF4-FFF2-40B4-BE49-F238E27FC236}">
                <a16:creationId xmlns:a16="http://schemas.microsoft.com/office/drawing/2014/main" id="{DC2E7489-B30A-44FA-8107-0F90ADA96E26}"/>
              </a:ext>
            </a:extLst>
          </p:cNvPr>
          <p:cNvCxnSpPr>
            <a:stCxn xmlns:a="http://schemas.openxmlformats.org/drawingml/2006/main" id="4" idx="3"/>
            <a:endCxn xmlns:a="http://schemas.openxmlformats.org/drawingml/2006/main" id="6" idx="1"/>
          </p:cNvCxnSpPr>
          <p:nvPr/>
        </p:nvCxnSpPr>
        <p:spPr>
          <a:xfrm xmlns:a="http://schemas.openxmlformats.org/drawingml/2006/main">
            <a:off x="8001000" y="3857625"/>
            <a:ext cx="952500" cy="1500188"/>
          </a:xfrm>
          <a:prstGeom xmlns:a="http://schemas.openxmlformats.org/drawingml/2006/main" prst="bentConnector3">
            <a:avLst>
              <a:gd name="adj1" fmla="val 50000"/>
            </a:avLst>
          </a:prstGeom>
          <a:ln xmlns:a="http://schemas.openxmlformats.org/drawingml/2006/main" w="23813">
            <a:solidFill>
              <a:srgbClr val="000000"/>
            </a:solidFill>
            <a:tailEnd type="triangle" w="med" len="med"/>
          </a:ln>
        </p:spPr>
      </p:cxnSp>
      <p:cxnSp>
        <p:nvCxnSpPr>
          <p:cNvPr id="13" name="">
            <a:extLst xmlns:a="http://schemas.openxmlformats.org/drawingml/2006/main">
              <a:ext uri="{FF2B5EF4-FFF2-40B4-BE49-F238E27FC236}">
                <a16:creationId xmlns:a16="http://schemas.microsoft.com/office/drawing/2014/main" id="{4501D145-DAA9-475B-BDF6-4831C8EC6486}"/>
              </a:ext>
            </a:extLst>
          </p:cNvPr>
          <p:cNvCxnSpPr>
            <a:stCxn xmlns:a="http://schemas.openxmlformats.org/drawingml/2006/main" id="4" idx="3"/>
            <a:endCxn xmlns:a="http://schemas.openxmlformats.org/drawingml/2006/main" id="5" idx="1"/>
          </p:cNvCxnSpPr>
          <p:nvPr/>
        </p:nvCxnSpPr>
        <p:spPr>
          <a:xfrm xmlns:a="http://schemas.openxmlformats.org/drawingml/2006/main" flipV="1">
            <a:off x="8001000" y="2976563"/>
            <a:ext cx="952500" cy="881063"/>
          </a:xfrm>
          <a:prstGeom xmlns:a="http://schemas.openxmlformats.org/drawingml/2006/main" prst="bentConnector3">
            <a:avLst>
              <a:gd name="adj1" fmla="val 50000"/>
            </a:avLst>
          </a:prstGeom>
          <a:ln xmlns:a="http://schemas.openxmlformats.org/drawingml/2006/main" w="23813">
            <a:solidFill>
              <a:srgbClr val="000000"/>
            </a:solidFill>
            <a:tailEnd type="triangle" w="med" len="med"/>
          </a:ln>
        </p:spPr>
      </p:cxnSp>
      <p:cxnSp>
        <p:nvCxnSpPr>
          <p:cNvPr id="12" name="">
            <a:extLst xmlns:a="http://schemas.openxmlformats.org/drawingml/2006/main">
              <a:ext uri="{FF2B5EF4-FFF2-40B4-BE49-F238E27FC236}">
                <a16:creationId xmlns:a16="http://schemas.microsoft.com/office/drawing/2014/main" id="{122ADD7F-DFC1-4B6E-A880-C8F6B9669164}"/>
              </a:ext>
            </a:extLst>
          </p:cNvPr>
          <p:cNvCxnSpPr>
            <a:stCxn xmlns:a="http://schemas.openxmlformats.org/drawingml/2006/main" id="3" idx="3"/>
            <a:endCxn xmlns:a="http://schemas.openxmlformats.org/drawingml/2006/main" id="4" idx="1"/>
          </p:cNvCxnSpPr>
          <p:nvPr/>
        </p:nvCxnSpPr>
        <p:spPr>
          <a:xfrm xmlns:a="http://schemas.openxmlformats.org/drawingml/2006/main">
            <a:off x="3905250" y="3857625"/>
            <a:ext cx="857250" cy="0"/>
          </a:xfrm>
          <a:prstGeom xmlns:a="http://schemas.openxmlformats.org/drawingml/2006/main" prst="straightConnector1">
            <a:avLst/>
          </a:prstGeom>
          <a:ln xmlns:a="http://schemas.openxmlformats.org/drawingml/2006/main" w="23813">
            <a:solidFill>
              <a:srgbClr val="000000"/>
            </a:solidFill>
            <a:tailEnd type="triangle" w="med" len="med"/>
          </a:ln>
        </p:spPr>
      </p:cxnSp>
      <p:sp>
        <p:nvSpPr>
          <p:cNvPr id="2" name="TextBox 2">
            <a:extLst xmlns:a="http://schemas.openxmlformats.org/drawingml/2006/main">
              <a:ext uri="{FF2B5EF4-FFF2-40B4-BE49-F238E27FC236}">
                <a16:creationId xmlns:a16="http://schemas.microsoft.com/office/drawing/2014/main" id="{6E7E6D9F-1FF6-434F-9B31-BFD1D81BDED1}"/>
              </a:ext>
            </a:extLst>
          </p:cNvPr>
          <p:cNvSpPr>
            <a:spLocks xmlns:a="http://schemas.openxmlformats.org/drawingml/2006/main" noGrp="1"/>
          </p:cNvSpPr>
          <p:nvPr/>
        </p:nvSpPr>
        <p:spPr>
          <a:xfrm xmlns:a="http://schemas.openxmlformats.org/drawingml/2006/main" rot="0">
            <a:off x="1143000" y="619125"/>
            <a:ext cx="16002000" cy="163576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8250" b="1">
                <a:solidFill>
                  <a:srgbClr val="000000"/>
                </a:solidFill>
                <a:latin typeface="Canva Sans Bold"/>
                <a:ea typeface="Canva Sans Bold"/>
                <a:cs typeface="Canva Sans Bold"/>
              </a:defRPr>
            </a:defPPr>
            <a:lvl1pPr algn="l">
              <a:defRPr sz="8250" b="1">
                <a:solidFill>
                  <a:srgbClr val="000000"/>
                </a:solidFill>
                <a:latin typeface="Canva Sans Bold"/>
                <a:ea typeface="Canva Sans Bold"/>
                <a:cs typeface="Canva Sans Bold"/>
              </a:defRPr>
            </a:lvl1pPr>
            <a:lvl2pPr algn="l">
              <a:defRPr sz="8250" b="1">
                <a:solidFill>
                  <a:srgbClr val="000000"/>
                </a:solidFill>
                <a:latin typeface="Canva Sans Bold"/>
                <a:ea typeface="Canva Sans Bold"/>
                <a:cs typeface="Canva Sans Bold"/>
              </a:defRPr>
            </a:lvl2pPr>
            <a:lvl3pPr algn="l">
              <a:defRPr sz="8250" b="1">
                <a:solidFill>
                  <a:srgbClr val="000000"/>
                </a:solidFill>
                <a:latin typeface="Canva Sans Bold"/>
                <a:ea typeface="Canva Sans Bold"/>
                <a:cs typeface="Canva Sans Bold"/>
              </a:defRPr>
            </a:lvl3pPr>
            <a:lvl4pPr algn="l">
              <a:defRPr sz="8250" b="1">
                <a:solidFill>
                  <a:srgbClr val="000000"/>
                </a:solidFill>
                <a:latin typeface="Canva Sans Bold"/>
                <a:ea typeface="Canva Sans Bold"/>
                <a:cs typeface="Canva Sans Bold"/>
              </a:defRPr>
            </a:lvl4pPr>
            <a:lvl5pPr algn="l">
              <a:defRPr sz="8250" b="1">
                <a:solidFill>
                  <a:srgbClr val="000000"/>
                </a:solidFill>
                <a:latin typeface="Canva Sans Bold"/>
                <a:ea typeface="Canva Sans Bold"/>
                <a:cs typeface="Canva Sans Bold"/>
              </a:defRPr>
            </a:lvl5pPr>
            <a:lvl6pPr algn="l">
              <a:defRPr sz="8250" b="1">
                <a:solidFill>
                  <a:srgbClr val="000000"/>
                </a:solidFill>
                <a:latin typeface="Canva Sans Bold"/>
                <a:ea typeface="Canva Sans Bold"/>
                <a:cs typeface="Canva Sans Bold"/>
              </a:defRPr>
            </a:lvl6pPr>
            <a:lvl7pPr algn="l">
              <a:defRPr sz="8250" b="1">
                <a:solidFill>
                  <a:srgbClr val="000000"/>
                </a:solidFill>
                <a:latin typeface="Canva Sans Bold"/>
                <a:ea typeface="Canva Sans Bold"/>
                <a:cs typeface="Canva Sans Bold"/>
              </a:defRPr>
            </a:lvl7pPr>
            <a:lvl8pPr algn="l">
              <a:defRPr sz="8250" b="1">
                <a:solidFill>
                  <a:srgbClr val="000000"/>
                </a:solidFill>
                <a:latin typeface="Canva Sans Bold"/>
                <a:ea typeface="Canva Sans Bold"/>
                <a:cs typeface="Canva Sans Bold"/>
              </a:defRPr>
            </a:lvl8pPr>
            <a:lvl9pPr algn="l">
              <a:defRPr sz="8250" b="1">
                <a:solidFill>
                  <a:srgbClr val="000000"/>
                </a:solidFill>
                <a:latin typeface="Canva Sans Bold"/>
                <a:ea typeface="Canva Sans Bold"/>
                <a:cs typeface="Canva Sans Bold"/>
              </a:defRPr>
            </a:lvl9pPr>
          </a:lstStyle>
          <a:p xmlns:a="http://schemas.openxmlformats.org/drawingml/2006/main">
            <a:pPr algn="l">
              <a:lnSpc>
                <a:spcPct val="112000"/>
              </a:lnSpc>
              <a:buNone/>
              <a:defRPr sz="8250" b="1">
                <a:solidFill>
                  <a:srgbClr val="000000"/>
                </a:solidFill>
                <a:latin typeface="Canva Sans Bold"/>
                <a:ea typeface="Canva Sans Bold"/>
                <a:cs typeface="Canva Sans Bold"/>
              </a:defRPr>
            </a:pPr>
            <a:r>
              <a:rPr sz="8250" b="1">
                <a:solidFill>
                  <a:srgbClr val="000000"/>
                </a:solidFill>
                <a:latin typeface="Canva Sans Bold"/>
                <a:ea typeface="Canva Sans Bold"/>
                <a:cs typeface="Canva Sans Bold"/>
              </a:rPr>
              <a:t>Technical approach</a:t>
            </a:r>
          </a:p>
        </p:txBody>
      </p:sp>
      <p:sp>
        <p:nvSpPr>
          <p:cNvPr id="3" name="Air + weather + fires OSM + ban calendar">
            <a:extLst xmlns:a="http://schemas.openxmlformats.org/drawingml/2006/main">
              <a:ext uri="{FF2B5EF4-FFF2-40B4-BE49-F238E27FC236}">
                <a16:creationId xmlns:a16="http://schemas.microsoft.com/office/drawing/2014/main" id="{859DA54C-ADDA-4418-B9F3-39CB0CA34742}"/>
              </a:ext>
            </a:extLst>
          </p:cNvPr>
          <p:cNvSpPr>
            <a:spLocks xmlns:a="http://schemas.openxmlformats.org/drawingml/2006/main" noGrp="1"/>
          </p:cNvSpPr>
          <p:nvPr/>
        </p:nvSpPr>
        <p:spPr>
          <a:xfrm xmlns:a="http://schemas.openxmlformats.org/drawingml/2006/main">
            <a:off x="952500" y="3000375"/>
            <a:ext cx="2952750" cy="1714500"/>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Air + weather + fires</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OSM + ban calendar</a:t>
            </a:r>
          </a:p>
        </p:txBody>
      </p:sp>
      <p:sp>
        <p:nvSpPr>
          <p:cNvPr id="4" name="Clean + features Lags + ventilation">
            <a:extLst xmlns:a="http://schemas.openxmlformats.org/drawingml/2006/main">
              <a:ext uri="{FF2B5EF4-FFF2-40B4-BE49-F238E27FC236}">
                <a16:creationId xmlns:a16="http://schemas.microsoft.com/office/drawing/2014/main" id="{42C1DE39-8980-4355-8D2C-430FCFCEBFCD}"/>
              </a:ext>
            </a:extLst>
          </p:cNvPr>
          <p:cNvSpPr>
            <a:spLocks xmlns:a="http://schemas.openxmlformats.org/drawingml/2006/main" noGrp="1"/>
          </p:cNvSpPr>
          <p:nvPr/>
        </p:nvSpPr>
        <p:spPr>
          <a:xfrm xmlns:a="http://schemas.openxmlformats.org/drawingml/2006/main">
            <a:off x="4762500" y="3000375"/>
            <a:ext cx="3238500" cy="1714500"/>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Clean + features</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Lags + ventilation</a:t>
            </a:r>
          </a:p>
        </p:txBody>
      </p:sp>
      <p:sp>
        <p:nvSpPr>
          <p:cNvPr id="5" name="Baseline LightGBM Background PM2.5">
            <a:extLst xmlns:a="http://schemas.openxmlformats.org/drawingml/2006/main">
              <a:ext uri="{FF2B5EF4-FFF2-40B4-BE49-F238E27FC236}">
                <a16:creationId xmlns:a16="http://schemas.microsoft.com/office/drawing/2014/main" id="{627DD9F9-FB68-4716-A065-2BD7DAC00D27}"/>
              </a:ext>
            </a:extLst>
          </p:cNvPr>
          <p:cNvSpPr>
            <a:spLocks xmlns:a="http://schemas.openxmlformats.org/drawingml/2006/main" noGrp="1"/>
          </p:cNvSpPr>
          <p:nvPr/>
        </p:nvSpPr>
        <p:spPr>
          <a:xfrm xmlns:a="http://schemas.openxmlformats.org/drawingml/2006/main">
            <a:off x="8953500" y="2381250"/>
            <a:ext cx="35242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Baseline LightGBM</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Background PM2.5</a:t>
            </a:r>
          </a:p>
        </p:txBody>
      </p:sp>
      <p:sp>
        <p:nvSpPr>
          <p:cNvPr id="6" name="Burst LightGBM Event residuals">
            <a:extLst xmlns:a="http://schemas.openxmlformats.org/drawingml/2006/main">
              <a:ext uri="{FF2B5EF4-FFF2-40B4-BE49-F238E27FC236}">
                <a16:creationId xmlns:a16="http://schemas.microsoft.com/office/drawing/2014/main" id="{44554F26-EF47-4877-9CFF-F171EB0B3E9C}"/>
              </a:ext>
            </a:extLst>
          </p:cNvPr>
          <p:cNvSpPr>
            <a:spLocks xmlns:a="http://schemas.openxmlformats.org/drawingml/2006/main" noGrp="1"/>
          </p:cNvSpPr>
          <p:nvPr/>
        </p:nvSpPr>
        <p:spPr>
          <a:xfrm xmlns:a="http://schemas.openxmlformats.org/drawingml/2006/main">
            <a:off x="8953500" y="4762500"/>
            <a:ext cx="35242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Burst LightGBM</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Event residuals</a:t>
            </a:r>
          </a:p>
        </p:txBody>
      </p:sp>
      <p:sp>
        <p:nvSpPr>
          <p:cNvPr id="7" name="Combined PM2.5">
            <a:extLst xmlns:a="http://schemas.openxmlformats.org/drawingml/2006/main">
              <a:ext uri="{FF2B5EF4-FFF2-40B4-BE49-F238E27FC236}">
                <a16:creationId xmlns:a16="http://schemas.microsoft.com/office/drawing/2014/main" id="{CE5974AA-477C-4B35-9C1C-10498E2B1C2D}"/>
              </a:ext>
            </a:extLst>
          </p:cNvPr>
          <p:cNvSpPr>
            <a:spLocks xmlns:a="http://schemas.openxmlformats.org/drawingml/2006/main" noGrp="1"/>
          </p:cNvSpPr>
          <p:nvPr/>
        </p:nvSpPr>
        <p:spPr>
          <a:xfrm xmlns:a="http://schemas.openxmlformats.org/drawingml/2006/main">
            <a:off x="13430250" y="3524250"/>
            <a:ext cx="33337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Combined PM2.5</a:t>
            </a:r>
          </a:p>
        </p:txBody>
      </p:sp>
      <p:sp>
        <p:nvSpPr>
          <p:cNvPr id="8" name="Ward estimates Spatial features">
            <a:extLst xmlns:a="http://schemas.openxmlformats.org/drawingml/2006/main">
              <a:ext uri="{FF2B5EF4-FFF2-40B4-BE49-F238E27FC236}">
                <a16:creationId xmlns:a16="http://schemas.microsoft.com/office/drawing/2014/main" id="{10FD876C-C5E3-4C76-B965-15A8972D6A51}"/>
              </a:ext>
            </a:extLst>
          </p:cNvPr>
          <p:cNvSpPr>
            <a:spLocks xmlns:a="http://schemas.openxmlformats.org/drawingml/2006/main" noGrp="1"/>
          </p:cNvSpPr>
          <p:nvPr/>
        </p:nvSpPr>
        <p:spPr>
          <a:xfrm xmlns:a="http://schemas.openxmlformats.org/drawingml/2006/main">
            <a:off x="13430250" y="7048500"/>
            <a:ext cx="333375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Ward estimates</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Spatial features</a:t>
            </a:r>
          </a:p>
        </p:txBody>
      </p:sp>
      <p:sp>
        <p:nvSpPr>
          <p:cNvPr id="9" name="P10 / P50 / P90 Calibrate ranges">
            <a:extLst xmlns:a="http://schemas.openxmlformats.org/drawingml/2006/main">
              <a:ext uri="{FF2B5EF4-FFF2-40B4-BE49-F238E27FC236}">
                <a16:creationId xmlns:a16="http://schemas.microsoft.com/office/drawing/2014/main" id="{CFEC14A4-AFEE-4988-A87E-984C123C5D19}"/>
              </a:ext>
            </a:extLst>
          </p:cNvPr>
          <p:cNvSpPr>
            <a:spLocks xmlns:a="http://schemas.openxmlformats.org/drawingml/2006/main" noGrp="1"/>
          </p:cNvSpPr>
          <p:nvPr/>
        </p:nvSpPr>
        <p:spPr>
          <a:xfrm xmlns:a="http://schemas.openxmlformats.org/drawingml/2006/main">
            <a:off x="9239250" y="7048500"/>
            <a:ext cx="333375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P10 / P50 / P90</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Calibrate ranges</a:t>
            </a:r>
          </a:p>
        </p:txBody>
      </p:sp>
      <p:sp>
        <p:nvSpPr>
          <p:cNvPr id="10" name="FastAPI Forecast + guidance">
            <a:extLst xmlns:a="http://schemas.openxmlformats.org/drawingml/2006/main">
              <a:ext uri="{FF2B5EF4-FFF2-40B4-BE49-F238E27FC236}">
                <a16:creationId xmlns:a16="http://schemas.microsoft.com/office/drawing/2014/main" id="{90D4C2A1-E758-405F-9135-EDF4127F73D4}"/>
              </a:ext>
            </a:extLst>
          </p:cNvPr>
          <p:cNvSpPr>
            <a:spLocks xmlns:a="http://schemas.openxmlformats.org/drawingml/2006/main" noGrp="1"/>
          </p:cNvSpPr>
          <p:nvPr/>
        </p:nvSpPr>
        <p:spPr>
          <a:xfrm xmlns:a="http://schemas.openxmlformats.org/drawingml/2006/main">
            <a:off x="5048250" y="7048500"/>
            <a:ext cx="333375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FastAPI</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Forecast + guidance</a:t>
            </a:r>
          </a:p>
        </p:txBody>
      </p:sp>
      <p:sp>
        <p:nvSpPr>
          <p:cNvPr id="11" name="Streamlit map Resident / Officer">
            <a:extLst xmlns:a="http://schemas.openxmlformats.org/drawingml/2006/main">
              <a:ext uri="{FF2B5EF4-FFF2-40B4-BE49-F238E27FC236}">
                <a16:creationId xmlns:a16="http://schemas.microsoft.com/office/drawing/2014/main" id="{96D25DEB-946E-4378-ADE5-C1321E8CEFBC}"/>
              </a:ext>
            </a:extLst>
          </p:cNvPr>
          <p:cNvSpPr>
            <a:spLocks xmlns:a="http://schemas.openxmlformats.org/drawingml/2006/main" noGrp="1"/>
          </p:cNvSpPr>
          <p:nvPr/>
        </p:nvSpPr>
        <p:spPr>
          <a:xfrm xmlns:a="http://schemas.openxmlformats.org/drawingml/2006/main">
            <a:off x="952500" y="7048500"/>
            <a:ext cx="323850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wrap="square" lIns="152400" tIns="152400" rIns="152400" bIns="152400" anchor="ctr">
            <a:noAutofit/>
          </a:bodyPr>
          <a:lstStyle xmlns:a="http://schemas.openxmlformats.org/drawingml/2006/main">
            <a:defPPr algn="ctr">
              <a:defRPr sz="2550" b="1">
                <a:solidFill>
                  <a:srgbClr val="000000"/>
                </a:solidFill>
                <a:latin typeface="Canva Sans Bold"/>
                <a:ea typeface="Canva Sans Bold"/>
                <a:cs typeface="Canva Sans Bold"/>
              </a:defRPr>
            </a:defPPr>
            <a:lvl1pPr algn="ctr">
              <a:defRPr sz="2550" b="1">
                <a:solidFill>
                  <a:srgbClr val="000000"/>
                </a:solidFill>
                <a:latin typeface="Canva Sans Bold"/>
                <a:ea typeface="Canva Sans Bold"/>
                <a:cs typeface="Canva Sans Bold"/>
              </a:defRPr>
            </a:lvl1pPr>
            <a:lvl2pPr algn="ctr">
              <a:defRPr sz="2550" b="1">
                <a:solidFill>
                  <a:srgbClr val="000000"/>
                </a:solidFill>
                <a:latin typeface="Canva Sans Bold"/>
                <a:ea typeface="Canva Sans Bold"/>
                <a:cs typeface="Canva Sans Bold"/>
              </a:defRPr>
            </a:lvl2pPr>
            <a:lvl3pPr algn="ctr">
              <a:defRPr sz="2550" b="1">
                <a:solidFill>
                  <a:srgbClr val="000000"/>
                </a:solidFill>
                <a:latin typeface="Canva Sans Bold"/>
                <a:ea typeface="Canva Sans Bold"/>
                <a:cs typeface="Canva Sans Bold"/>
              </a:defRPr>
            </a:lvl3pPr>
            <a:lvl4pPr algn="ctr">
              <a:defRPr sz="2550" b="1">
                <a:solidFill>
                  <a:srgbClr val="000000"/>
                </a:solidFill>
                <a:latin typeface="Canva Sans Bold"/>
                <a:ea typeface="Canva Sans Bold"/>
                <a:cs typeface="Canva Sans Bold"/>
              </a:defRPr>
            </a:lvl4pPr>
            <a:lvl5pPr algn="ctr">
              <a:defRPr sz="2550" b="1">
                <a:solidFill>
                  <a:srgbClr val="000000"/>
                </a:solidFill>
                <a:latin typeface="Canva Sans Bold"/>
                <a:ea typeface="Canva Sans Bold"/>
                <a:cs typeface="Canva Sans Bold"/>
              </a:defRPr>
            </a:lvl5pPr>
            <a:lvl6pPr algn="ctr">
              <a:defRPr sz="2550" b="1">
                <a:solidFill>
                  <a:srgbClr val="000000"/>
                </a:solidFill>
                <a:latin typeface="Canva Sans Bold"/>
                <a:ea typeface="Canva Sans Bold"/>
                <a:cs typeface="Canva Sans Bold"/>
              </a:defRPr>
            </a:lvl6pPr>
            <a:lvl7pPr algn="ctr">
              <a:defRPr sz="2550" b="1">
                <a:solidFill>
                  <a:srgbClr val="000000"/>
                </a:solidFill>
                <a:latin typeface="Canva Sans Bold"/>
                <a:ea typeface="Canva Sans Bold"/>
                <a:cs typeface="Canva Sans Bold"/>
              </a:defRPr>
            </a:lvl7pPr>
            <a:lvl8pPr algn="ctr">
              <a:defRPr sz="2550" b="1">
                <a:solidFill>
                  <a:srgbClr val="000000"/>
                </a:solidFill>
                <a:latin typeface="Canva Sans Bold"/>
                <a:ea typeface="Canva Sans Bold"/>
                <a:cs typeface="Canva Sans Bold"/>
              </a:defRPr>
            </a:lvl8pPr>
            <a:lvl9pPr algn="ctr">
              <a:defRPr sz="2550" b="1">
                <a:solidFill>
                  <a:srgbClr val="000000"/>
                </a:solidFill>
                <a:latin typeface="Canva Sans Bold"/>
                <a:ea typeface="Canva Sans Bold"/>
                <a:cs typeface="Canva Sans Bold"/>
              </a:defRPr>
            </a:lvl9pPr>
          </a:lstStyle>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Streamlit map</a:t>
            </a:r>
          </a:p>
          <a:p xmlns:a="http://schemas.openxmlformats.org/drawingml/2006/main">
            <a:pPr algn="ctr">
              <a:defRPr sz="2550" b="1">
                <a:solidFill>
                  <a:srgbClr val="000000"/>
                </a:solidFill>
                <a:latin typeface="Canva Sans Bold"/>
                <a:ea typeface="Canva Sans Bold"/>
                <a:cs typeface="Canva Sans Bold"/>
              </a:defRPr>
            </a:pPr>
            <a:r>
              <a:rPr sz="2550" b="1">
                <a:solidFill>
                  <a:srgbClr val="000000"/>
                </a:solidFill>
                <a:latin typeface="Canva Sans Bold"/>
                <a:ea typeface="Canva Sans Bold"/>
                <a:cs typeface="Canva Sans Bold"/>
              </a:rPr>
              <a:t>Resident / Officer</a:t>
            </a:r>
          </a:p>
        </p:txBody>
      </p:sp>
      <p:sp>
        <p:nvSpPr>
          <p:cNvPr id="22" name="residual-edge">
            <a:extLst xmlns:a="http://schemas.openxmlformats.org/drawingml/2006/main">
              <a:ext uri="{FF2B5EF4-FFF2-40B4-BE49-F238E27FC236}">
                <a16:creationId xmlns:a16="http://schemas.microsoft.com/office/drawing/2014/main" id="{AA91A377-197C-4DE0-99C1-70A8B7C257B8}"/>
              </a:ext>
            </a:extLst>
          </p:cNvPr>
          <p:cNvSpPr>
            <a:spLocks xmlns:a="http://schemas.openxmlformats.org/drawingml/2006/main" noGrp="1"/>
          </p:cNvSpPr>
          <p:nvPr/>
        </p:nvSpPr>
        <p:spPr>
          <a:xfrm xmlns:a="http://schemas.openxmlformats.org/drawingml/2006/main">
            <a:off x="10953750" y="3762375"/>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Canva Sans Bold"/>
                <a:ea typeface="Canva Sans Bold"/>
                <a:cs typeface="Canva Sans Bold"/>
              </a:defRPr>
            </a:defPPr>
            <a:lvl1pPr algn="l">
              <a:defRPr sz="1800" b="1">
                <a:solidFill>
                  <a:srgbClr val="000000"/>
                </a:solidFill>
                <a:latin typeface="Canva Sans Bold"/>
                <a:ea typeface="Canva Sans Bold"/>
                <a:cs typeface="Canva Sans Bold"/>
              </a:defRPr>
            </a:lvl1pPr>
            <a:lvl2pPr algn="l">
              <a:defRPr sz="1800" b="1">
                <a:solidFill>
                  <a:srgbClr val="000000"/>
                </a:solidFill>
                <a:latin typeface="Canva Sans Bold"/>
                <a:ea typeface="Canva Sans Bold"/>
                <a:cs typeface="Canva Sans Bold"/>
              </a:defRPr>
            </a:lvl2pPr>
            <a:lvl3pPr algn="l">
              <a:defRPr sz="1800" b="1">
                <a:solidFill>
                  <a:srgbClr val="000000"/>
                </a:solidFill>
                <a:latin typeface="Canva Sans Bold"/>
                <a:ea typeface="Canva Sans Bold"/>
                <a:cs typeface="Canva Sans Bold"/>
              </a:defRPr>
            </a:lvl3pPr>
            <a:lvl4pPr algn="l">
              <a:defRPr sz="1800" b="1">
                <a:solidFill>
                  <a:srgbClr val="000000"/>
                </a:solidFill>
                <a:latin typeface="Canva Sans Bold"/>
                <a:ea typeface="Canva Sans Bold"/>
                <a:cs typeface="Canva Sans Bold"/>
              </a:defRPr>
            </a:lvl4pPr>
            <a:lvl5pPr algn="l">
              <a:defRPr sz="1800" b="1">
                <a:solidFill>
                  <a:srgbClr val="000000"/>
                </a:solidFill>
                <a:latin typeface="Canva Sans Bold"/>
                <a:ea typeface="Canva Sans Bold"/>
                <a:cs typeface="Canva Sans Bold"/>
              </a:defRPr>
            </a:lvl5pPr>
            <a:lvl6pPr algn="l">
              <a:defRPr sz="1800" b="1">
                <a:solidFill>
                  <a:srgbClr val="000000"/>
                </a:solidFill>
                <a:latin typeface="Canva Sans Bold"/>
                <a:ea typeface="Canva Sans Bold"/>
                <a:cs typeface="Canva Sans Bold"/>
              </a:defRPr>
            </a:lvl6pPr>
            <a:lvl7pPr algn="l">
              <a:defRPr sz="1800" b="1">
                <a:solidFill>
                  <a:srgbClr val="000000"/>
                </a:solidFill>
                <a:latin typeface="Canva Sans Bold"/>
                <a:ea typeface="Canva Sans Bold"/>
                <a:cs typeface="Canva Sans Bold"/>
              </a:defRPr>
            </a:lvl7pPr>
            <a:lvl8pPr algn="l">
              <a:defRPr sz="1800" b="1">
                <a:solidFill>
                  <a:srgbClr val="000000"/>
                </a:solidFill>
                <a:latin typeface="Canva Sans Bold"/>
                <a:ea typeface="Canva Sans Bold"/>
                <a:cs typeface="Canva Sans Bold"/>
              </a:defRPr>
            </a:lvl8pPr>
            <a:lvl9pPr algn="l">
              <a:defRPr sz="1800" b="1">
                <a:solidFill>
                  <a:srgbClr val="000000"/>
                </a:solidFill>
                <a:latin typeface="Canva Sans Bold"/>
                <a:ea typeface="Canva Sans Bold"/>
                <a:cs typeface="Canva Sans Bold"/>
              </a:defRPr>
            </a:lvl9pPr>
          </a:lstStyle>
          <a:p xmlns:a="http://schemas.openxmlformats.org/drawingml/2006/main">
            <a:pPr algn="l">
              <a:lnSpc>
                <a:spcPct val="112000"/>
              </a:lnSpc>
              <a:buNone/>
              <a:defRPr sz="1800" b="1">
                <a:solidFill>
                  <a:srgbClr val="000000"/>
                </a:solidFill>
                <a:latin typeface="Canva Sans Bold"/>
                <a:ea typeface="Canva Sans Bold"/>
                <a:cs typeface="Canva Sans Bold"/>
              </a:defRPr>
            </a:pPr>
            <a:r>
              <a:rPr sz="1800" b="1">
                <a:solidFill>
                  <a:srgbClr val="000000"/>
                </a:solidFill>
                <a:latin typeface="Canva Sans Bold"/>
                <a:ea typeface="Canva Sans Bold"/>
                <a:cs typeface="Canva Sans Bold"/>
              </a:rPr>
              <a:t>Out-of-time</a:t>
            </a:r>
          </a:p>
          <a:p xmlns:a="http://schemas.openxmlformats.org/drawingml/2006/main">
            <a:pPr algn="l">
              <a:lnSpc>
                <a:spcPct val="112000"/>
              </a:lnSpc>
              <a:buNone/>
              <a:defRPr sz="1800" b="1">
                <a:solidFill>
                  <a:srgbClr val="000000"/>
                </a:solidFill>
                <a:latin typeface="Canva Sans Bold"/>
                <a:ea typeface="Canva Sans Bold"/>
                <a:cs typeface="Canva Sans Bold"/>
              </a:defRPr>
            </a:pPr>
            <a:r>
              <a:rPr sz="1800" b="1">
                <a:solidFill>
                  <a:srgbClr val="000000"/>
                </a:solidFill>
                <a:latin typeface="Canva Sans Bold"/>
                <a:ea typeface="Canva Sans Bold"/>
                <a:cs typeface="Canva Sans Bold"/>
              </a:rPr>
              <a:t>residual targets</a:t>
            </a:r>
          </a:p>
        </p:txBody>
      </p:sp>
      <p:sp>
        <p:nvSpPr>
          <p:cNvPr id="23" name="spatial-context">
            <a:extLst xmlns:a="http://schemas.openxmlformats.org/drawingml/2006/main">
              <a:ext uri="{FF2B5EF4-FFF2-40B4-BE49-F238E27FC236}">
                <a16:creationId xmlns:a16="http://schemas.microsoft.com/office/drawing/2014/main" id="{1571758A-6280-4508-8C78-3BC3B41662F2}"/>
              </a:ext>
            </a:extLst>
          </p:cNvPr>
          <p:cNvSpPr>
            <a:spLocks xmlns:a="http://schemas.openxmlformats.org/drawingml/2006/main" noGrp="1"/>
          </p:cNvSpPr>
          <p:nvPr/>
        </p:nvSpPr>
        <p:spPr>
          <a:xfrm xmlns:a="http://schemas.openxmlformats.org/drawingml/2006/main">
            <a:off x="952500" y="8810625"/>
            <a:ext cx="1581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0000"/>
                </a:solidFill>
                <a:latin typeface="Canva Sans Bold"/>
                <a:ea typeface="Canva Sans Bold"/>
                <a:cs typeface="Canva Sans Bold"/>
              </a:defRPr>
            </a:defPPr>
            <a:lvl1pPr algn="l">
              <a:defRPr sz="2325" b="1">
                <a:solidFill>
                  <a:srgbClr val="000000"/>
                </a:solidFill>
                <a:latin typeface="Canva Sans Bold"/>
                <a:ea typeface="Canva Sans Bold"/>
                <a:cs typeface="Canva Sans Bold"/>
              </a:defRPr>
            </a:lvl1pPr>
            <a:lvl2pPr algn="l">
              <a:defRPr sz="2325" b="1">
                <a:solidFill>
                  <a:srgbClr val="000000"/>
                </a:solidFill>
                <a:latin typeface="Canva Sans Bold"/>
                <a:ea typeface="Canva Sans Bold"/>
                <a:cs typeface="Canva Sans Bold"/>
              </a:defRPr>
            </a:lvl2pPr>
            <a:lvl3pPr algn="l">
              <a:defRPr sz="2325" b="1">
                <a:solidFill>
                  <a:srgbClr val="000000"/>
                </a:solidFill>
                <a:latin typeface="Canva Sans Bold"/>
                <a:ea typeface="Canva Sans Bold"/>
                <a:cs typeface="Canva Sans Bold"/>
              </a:defRPr>
            </a:lvl3pPr>
            <a:lvl4pPr algn="l">
              <a:defRPr sz="2325" b="1">
                <a:solidFill>
                  <a:srgbClr val="000000"/>
                </a:solidFill>
                <a:latin typeface="Canva Sans Bold"/>
                <a:ea typeface="Canva Sans Bold"/>
                <a:cs typeface="Canva Sans Bold"/>
              </a:defRPr>
            </a:lvl4pPr>
            <a:lvl5pPr algn="l">
              <a:defRPr sz="2325" b="1">
                <a:solidFill>
                  <a:srgbClr val="000000"/>
                </a:solidFill>
                <a:latin typeface="Canva Sans Bold"/>
                <a:ea typeface="Canva Sans Bold"/>
                <a:cs typeface="Canva Sans Bold"/>
              </a:defRPr>
            </a:lvl5pPr>
            <a:lvl6pPr algn="l">
              <a:defRPr sz="2325" b="1">
                <a:solidFill>
                  <a:srgbClr val="000000"/>
                </a:solidFill>
                <a:latin typeface="Canva Sans Bold"/>
                <a:ea typeface="Canva Sans Bold"/>
                <a:cs typeface="Canva Sans Bold"/>
              </a:defRPr>
            </a:lvl6pPr>
            <a:lvl7pPr algn="l">
              <a:defRPr sz="2325" b="1">
                <a:solidFill>
                  <a:srgbClr val="000000"/>
                </a:solidFill>
                <a:latin typeface="Canva Sans Bold"/>
                <a:ea typeface="Canva Sans Bold"/>
                <a:cs typeface="Canva Sans Bold"/>
              </a:defRPr>
            </a:lvl7pPr>
            <a:lvl8pPr algn="l">
              <a:defRPr sz="2325" b="1">
                <a:solidFill>
                  <a:srgbClr val="000000"/>
                </a:solidFill>
                <a:latin typeface="Canva Sans Bold"/>
                <a:ea typeface="Canva Sans Bold"/>
                <a:cs typeface="Canva Sans Bold"/>
              </a:defRPr>
            </a:lvl8pPr>
            <a:lvl9pPr algn="l">
              <a:defRPr sz="2325" b="1">
                <a:solidFill>
                  <a:srgbClr val="000000"/>
                </a:solidFill>
                <a:latin typeface="Canva Sans Bold"/>
                <a:ea typeface="Canva Sans Bold"/>
                <a:cs typeface="Canva Sans Bold"/>
              </a:defRPr>
            </a:lvl9pPr>
          </a:lstStyle>
          <a:p xmlns:a="http://schemas.openxmlformats.org/drawingml/2006/main">
            <a:pPr algn="l">
              <a:lnSpc>
                <a:spcPct val="112000"/>
              </a:lnSpc>
              <a:buNone/>
              <a:defRPr sz="2325" b="1">
                <a:solidFill>
                  <a:srgbClr val="000000"/>
                </a:solidFill>
                <a:latin typeface="Canva Sans Bold"/>
                <a:ea typeface="Canva Sans Bold"/>
                <a:cs typeface="Canva Sans Bold"/>
              </a:defRPr>
            </a:pPr>
            <a:r>
              <a:rPr sz="2325" b="1">
                <a:solidFill>
                  <a:srgbClr val="000000"/>
                </a:solidFill>
                <a:latin typeface="Canva Sans Bold"/>
                <a:ea typeface="Canva Sans Bold"/>
                <a:cs typeface="Canva Sans Bold"/>
              </a:rPr>
              <a:t>OSM features also feed the spatial layer</a:t>
            </a:r>
          </a:p>
        </p:txBody>
      </p:sp>
      <p:sp>
        <p:nvSpPr>
          <p:cNvPr id="24" name="stack">
            <a:extLst xmlns:a="http://schemas.openxmlformats.org/drawingml/2006/main">
              <a:ext uri="{FF2B5EF4-FFF2-40B4-BE49-F238E27FC236}">
                <a16:creationId xmlns:a16="http://schemas.microsoft.com/office/drawing/2014/main" id="{0F990839-F847-4C29-BB5A-60D4497BAC76}"/>
              </a:ext>
            </a:extLst>
          </p:cNvPr>
          <p:cNvSpPr>
            <a:spLocks xmlns:a="http://schemas.openxmlformats.org/drawingml/2006/main" noGrp="1"/>
          </p:cNvSpPr>
          <p:nvPr/>
        </p:nvSpPr>
        <p:spPr>
          <a:xfrm xmlns:a="http://schemas.openxmlformats.org/drawingml/2006/main">
            <a:off x="952500" y="9429750"/>
            <a:ext cx="1638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444444"/>
                </a:solidFill>
                <a:latin typeface="Canva Sans Bold"/>
                <a:ea typeface="Canva Sans Bold"/>
                <a:cs typeface="Canva Sans Bold"/>
              </a:defRPr>
            </a:defPPr>
            <a:lvl1pPr algn="l">
              <a:defRPr sz="2325" b="1">
                <a:solidFill>
                  <a:srgbClr val="444444"/>
                </a:solidFill>
                <a:latin typeface="Canva Sans Bold"/>
                <a:ea typeface="Canva Sans Bold"/>
                <a:cs typeface="Canva Sans Bold"/>
              </a:defRPr>
            </a:lvl1pPr>
            <a:lvl2pPr algn="l">
              <a:defRPr sz="2325" b="1">
                <a:solidFill>
                  <a:srgbClr val="444444"/>
                </a:solidFill>
                <a:latin typeface="Canva Sans Bold"/>
                <a:ea typeface="Canva Sans Bold"/>
                <a:cs typeface="Canva Sans Bold"/>
              </a:defRPr>
            </a:lvl2pPr>
            <a:lvl3pPr algn="l">
              <a:defRPr sz="2325" b="1">
                <a:solidFill>
                  <a:srgbClr val="444444"/>
                </a:solidFill>
                <a:latin typeface="Canva Sans Bold"/>
                <a:ea typeface="Canva Sans Bold"/>
                <a:cs typeface="Canva Sans Bold"/>
              </a:defRPr>
            </a:lvl3pPr>
            <a:lvl4pPr algn="l">
              <a:defRPr sz="2325" b="1">
                <a:solidFill>
                  <a:srgbClr val="444444"/>
                </a:solidFill>
                <a:latin typeface="Canva Sans Bold"/>
                <a:ea typeface="Canva Sans Bold"/>
                <a:cs typeface="Canva Sans Bold"/>
              </a:defRPr>
            </a:lvl4pPr>
            <a:lvl5pPr algn="l">
              <a:defRPr sz="2325" b="1">
                <a:solidFill>
                  <a:srgbClr val="444444"/>
                </a:solidFill>
                <a:latin typeface="Canva Sans Bold"/>
                <a:ea typeface="Canva Sans Bold"/>
                <a:cs typeface="Canva Sans Bold"/>
              </a:defRPr>
            </a:lvl5pPr>
            <a:lvl6pPr algn="l">
              <a:defRPr sz="2325" b="1">
                <a:solidFill>
                  <a:srgbClr val="444444"/>
                </a:solidFill>
                <a:latin typeface="Canva Sans Bold"/>
                <a:ea typeface="Canva Sans Bold"/>
                <a:cs typeface="Canva Sans Bold"/>
              </a:defRPr>
            </a:lvl6pPr>
            <a:lvl7pPr algn="l">
              <a:defRPr sz="2325" b="1">
                <a:solidFill>
                  <a:srgbClr val="444444"/>
                </a:solidFill>
                <a:latin typeface="Canva Sans Bold"/>
                <a:ea typeface="Canva Sans Bold"/>
                <a:cs typeface="Canva Sans Bold"/>
              </a:defRPr>
            </a:lvl7pPr>
            <a:lvl8pPr algn="l">
              <a:defRPr sz="2325" b="1">
                <a:solidFill>
                  <a:srgbClr val="444444"/>
                </a:solidFill>
                <a:latin typeface="Canva Sans Bold"/>
                <a:ea typeface="Canva Sans Bold"/>
                <a:cs typeface="Canva Sans Bold"/>
              </a:defRPr>
            </a:lvl8pPr>
            <a:lvl9pPr algn="l">
              <a:defRPr sz="2325" b="1">
                <a:solidFill>
                  <a:srgbClr val="444444"/>
                </a:solidFill>
                <a:latin typeface="Canva Sans Bold"/>
                <a:ea typeface="Canva Sans Bold"/>
                <a:cs typeface="Canva Sans Bold"/>
              </a:defRPr>
            </a:lvl9pPr>
          </a:lstStyle>
          <a:p xmlns:a="http://schemas.openxmlformats.org/drawingml/2006/main">
            <a:pPr algn="l">
              <a:lnSpc>
                <a:spcPct val="112000"/>
              </a:lnSpc>
              <a:buNone/>
              <a:defRPr sz="2325" b="1">
                <a:solidFill>
                  <a:srgbClr val="444444"/>
                </a:solidFill>
                <a:latin typeface="Canva Sans Bold"/>
                <a:ea typeface="Canva Sans Bold"/>
                <a:cs typeface="Canva Sans Bold"/>
              </a:defRPr>
            </a:pPr>
            <a:r>
              <a:rPr sz="2325" b="1">
                <a:solidFill>
                  <a:srgbClr val="444444"/>
                </a:solidFill>
                <a:latin typeface="Canva Sans Bold"/>
                <a:ea typeface="Canva Sans Bold"/>
                <a:cs typeface="Canva Sans Bold"/>
              </a:rPr>
              <a:t>Python + pandas + LightGBM + GeoPandas + FastAPI + Streamlit</a:t>
            </a:r>
          </a:p>
        </p:txBody>
      </p:sp>
    </p:spTree>
    <p:extLst>
      <p:ext uri="{BB962C8B-B14F-4D97-AF65-F5344CB8AC3E}">
        <p14:creationId xmlns:p14="http://schemas.microsoft.com/office/powerpoint/2010/main" val="21260034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4884BA7F-CADC-4583-97CF-4C9D08B9D468}"/>
              </a:ext>
            </a:extLst>
          </p:cNvPr>
          <p:cNvSpPr>
            <a:spLocks xmlns:a="http://schemas.openxmlformats.org/drawingml/2006/main" noGrp="1"/>
          </p:cNvSpPr>
          <p:nvPr/>
        </p:nvSpPr>
        <p:spPr>
          <a:xfrm xmlns:a="http://schemas.openxmlformats.org/drawingml/2006/main" rot="0">
            <a:off x="1143000" y="619125"/>
            <a:ext cx="16002000" cy="163576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8250" b="1">
                <a:solidFill>
                  <a:srgbClr val="000000"/>
                </a:solidFill>
                <a:latin typeface="Canva Sans Bold"/>
                <a:ea typeface="Canva Sans Bold"/>
                <a:cs typeface="Canva Sans Bold"/>
              </a:defRPr>
            </a:defPPr>
            <a:lvl1pPr algn="l">
              <a:defRPr sz="8250" b="1">
                <a:solidFill>
                  <a:srgbClr val="000000"/>
                </a:solidFill>
                <a:latin typeface="Canva Sans Bold"/>
                <a:ea typeface="Canva Sans Bold"/>
                <a:cs typeface="Canva Sans Bold"/>
              </a:defRPr>
            </a:lvl1pPr>
            <a:lvl2pPr algn="l">
              <a:defRPr sz="8250" b="1">
                <a:solidFill>
                  <a:srgbClr val="000000"/>
                </a:solidFill>
                <a:latin typeface="Canva Sans Bold"/>
                <a:ea typeface="Canva Sans Bold"/>
                <a:cs typeface="Canva Sans Bold"/>
              </a:defRPr>
            </a:lvl2pPr>
            <a:lvl3pPr algn="l">
              <a:defRPr sz="8250" b="1">
                <a:solidFill>
                  <a:srgbClr val="000000"/>
                </a:solidFill>
                <a:latin typeface="Canva Sans Bold"/>
                <a:ea typeface="Canva Sans Bold"/>
                <a:cs typeface="Canva Sans Bold"/>
              </a:defRPr>
            </a:lvl3pPr>
            <a:lvl4pPr algn="l">
              <a:defRPr sz="8250" b="1">
                <a:solidFill>
                  <a:srgbClr val="000000"/>
                </a:solidFill>
                <a:latin typeface="Canva Sans Bold"/>
                <a:ea typeface="Canva Sans Bold"/>
                <a:cs typeface="Canva Sans Bold"/>
              </a:defRPr>
            </a:lvl4pPr>
            <a:lvl5pPr algn="l">
              <a:defRPr sz="8250" b="1">
                <a:solidFill>
                  <a:srgbClr val="000000"/>
                </a:solidFill>
                <a:latin typeface="Canva Sans Bold"/>
                <a:ea typeface="Canva Sans Bold"/>
                <a:cs typeface="Canva Sans Bold"/>
              </a:defRPr>
            </a:lvl5pPr>
            <a:lvl6pPr algn="l">
              <a:defRPr sz="8250" b="1">
                <a:solidFill>
                  <a:srgbClr val="000000"/>
                </a:solidFill>
                <a:latin typeface="Canva Sans Bold"/>
                <a:ea typeface="Canva Sans Bold"/>
                <a:cs typeface="Canva Sans Bold"/>
              </a:defRPr>
            </a:lvl6pPr>
            <a:lvl7pPr algn="l">
              <a:defRPr sz="8250" b="1">
                <a:solidFill>
                  <a:srgbClr val="000000"/>
                </a:solidFill>
                <a:latin typeface="Canva Sans Bold"/>
                <a:ea typeface="Canva Sans Bold"/>
                <a:cs typeface="Canva Sans Bold"/>
              </a:defRPr>
            </a:lvl7pPr>
            <a:lvl8pPr algn="l">
              <a:defRPr sz="8250" b="1">
                <a:solidFill>
                  <a:srgbClr val="000000"/>
                </a:solidFill>
                <a:latin typeface="Canva Sans Bold"/>
                <a:ea typeface="Canva Sans Bold"/>
                <a:cs typeface="Canva Sans Bold"/>
              </a:defRPr>
            </a:lvl8pPr>
            <a:lvl9pPr algn="l">
              <a:defRPr sz="8250" b="1">
                <a:solidFill>
                  <a:srgbClr val="000000"/>
                </a:solidFill>
                <a:latin typeface="Canva Sans Bold"/>
                <a:ea typeface="Canva Sans Bold"/>
                <a:cs typeface="Canva Sans Bold"/>
              </a:defRPr>
            </a:lvl9pPr>
          </a:lstStyle>
          <a:p xmlns:a="http://schemas.openxmlformats.org/drawingml/2006/main">
            <a:pPr algn="l">
              <a:lnSpc>
                <a:spcPct val="112000"/>
              </a:lnSpc>
              <a:buNone/>
              <a:defRPr sz="8250" b="1">
                <a:solidFill>
                  <a:srgbClr val="000000"/>
                </a:solidFill>
                <a:latin typeface="Canva Sans Bold"/>
                <a:ea typeface="Canva Sans Bold"/>
                <a:cs typeface="Canva Sans Bold"/>
              </a:defRPr>
            </a:pPr>
            <a:r>
              <a:rPr sz="8250" b="1">
                <a:solidFill>
                  <a:srgbClr val="000000"/>
                </a:solidFill>
                <a:latin typeface="Canva Sans Bold"/>
                <a:ea typeface="Canva Sans Bold"/>
                <a:cs typeface="Canva Sans Bold"/>
              </a:rPr>
              <a:t>Feasibility and viability</a:t>
            </a:r>
          </a:p>
        </p:txBody>
      </p:sp>
      <p:sp>
        <p:nvSpPr>
          <p:cNvPr id="3" name="mvp-head">
            <a:extLst xmlns:a="http://schemas.openxmlformats.org/drawingml/2006/main">
              <a:ext uri="{FF2B5EF4-FFF2-40B4-BE49-F238E27FC236}">
                <a16:creationId xmlns:a16="http://schemas.microsoft.com/office/drawing/2014/main" id="{AF94C684-1909-42EB-B713-BFF463520B24}"/>
              </a:ext>
            </a:extLst>
          </p:cNvPr>
          <p:cNvSpPr>
            <a:spLocks xmlns:a="http://schemas.openxmlformats.org/drawingml/2006/main" noGrp="1"/>
          </p:cNvSpPr>
          <p:nvPr/>
        </p:nvSpPr>
        <p:spPr>
          <a:xfrm xmlns:a="http://schemas.openxmlformats.org/drawingml/2006/main">
            <a:off x="1143000" y="2762250"/>
            <a:ext cx="1600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000000"/>
                </a:solidFill>
                <a:latin typeface="Canva Sans Bold"/>
                <a:ea typeface="Canva Sans Bold"/>
                <a:cs typeface="Canva Sans Bold"/>
              </a:defRPr>
            </a:defPPr>
            <a:lvl1pPr algn="l">
              <a:defRPr sz="4275" b="1">
                <a:solidFill>
                  <a:srgbClr val="000000"/>
                </a:solidFill>
                <a:latin typeface="Canva Sans Bold"/>
                <a:ea typeface="Canva Sans Bold"/>
                <a:cs typeface="Canva Sans Bold"/>
              </a:defRPr>
            </a:lvl1pPr>
            <a:lvl2pPr algn="l">
              <a:defRPr sz="4275" b="1">
                <a:solidFill>
                  <a:srgbClr val="000000"/>
                </a:solidFill>
                <a:latin typeface="Canva Sans Bold"/>
                <a:ea typeface="Canva Sans Bold"/>
                <a:cs typeface="Canva Sans Bold"/>
              </a:defRPr>
            </a:lvl2pPr>
            <a:lvl3pPr algn="l">
              <a:defRPr sz="4275" b="1">
                <a:solidFill>
                  <a:srgbClr val="000000"/>
                </a:solidFill>
                <a:latin typeface="Canva Sans Bold"/>
                <a:ea typeface="Canva Sans Bold"/>
                <a:cs typeface="Canva Sans Bold"/>
              </a:defRPr>
            </a:lvl3pPr>
            <a:lvl4pPr algn="l">
              <a:defRPr sz="4275" b="1">
                <a:solidFill>
                  <a:srgbClr val="000000"/>
                </a:solidFill>
                <a:latin typeface="Canva Sans Bold"/>
                <a:ea typeface="Canva Sans Bold"/>
                <a:cs typeface="Canva Sans Bold"/>
              </a:defRPr>
            </a:lvl4pPr>
            <a:lvl5pPr algn="l">
              <a:defRPr sz="4275" b="1">
                <a:solidFill>
                  <a:srgbClr val="000000"/>
                </a:solidFill>
                <a:latin typeface="Canva Sans Bold"/>
                <a:ea typeface="Canva Sans Bold"/>
                <a:cs typeface="Canva Sans Bold"/>
              </a:defRPr>
            </a:lvl5pPr>
            <a:lvl6pPr algn="l">
              <a:defRPr sz="4275" b="1">
                <a:solidFill>
                  <a:srgbClr val="000000"/>
                </a:solidFill>
                <a:latin typeface="Canva Sans Bold"/>
                <a:ea typeface="Canva Sans Bold"/>
                <a:cs typeface="Canva Sans Bold"/>
              </a:defRPr>
            </a:lvl6pPr>
            <a:lvl7pPr algn="l">
              <a:defRPr sz="4275" b="1">
                <a:solidFill>
                  <a:srgbClr val="000000"/>
                </a:solidFill>
                <a:latin typeface="Canva Sans Bold"/>
                <a:ea typeface="Canva Sans Bold"/>
                <a:cs typeface="Canva Sans Bold"/>
              </a:defRPr>
            </a:lvl7pPr>
            <a:lvl8pPr algn="l">
              <a:defRPr sz="4275" b="1">
                <a:solidFill>
                  <a:srgbClr val="000000"/>
                </a:solidFill>
                <a:latin typeface="Canva Sans Bold"/>
                <a:ea typeface="Canva Sans Bold"/>
                <a:cs typeface="Canva Sans Bold"/>
              </a:defRPr>
            </a:lvl8pPr>
            <a:lvl9pPr algn="l">
              <a:defRPr sz="4275" b="1">
                <a:solidFill>
                  <a:srgbClr val="000000"/>
                </a:solidFill>
                <a:latin typeface="Canva Sans Bold"/>
                <a:ea typeface="Canva Sans Bold"/>
                <a:cs typeface="Canva Sans Bold"/>
              </a:defRPr>
            </a:lvl9pPr>
          </a:lstStyle>
          <a:p xmlns:a="http://schemas.openxmlformats.org/drawingml/2006/main">
            <a:pPr algn="l">
              <a:lnSpc>
                <a:spcPct val="112000"/>
              </a:lnSpc>
              <a:buNone/>
              <a:defRPr sz="4275" b="1">
                <a:solidFill>
                  <a:srgbClr val="000000"/>
                </a:solidFill>
                <a:latin typeface="Canva Sans Bold"/>
                <a:ea typeface="Canva Sans Bold"/>
                <a:cs typeface="Canva Sans Bold"/>
              </a:defRPr>
            </a:pPr>
            <a:r>
              <a:rPr sz="4275" b="1">
                <a:solidFill>
                  <a:srgbClr val="000000"/>
                </a:solidFill>
                <a:latin typeface="Canva Sans Bold"/>
                <a:ea typeface="Canva Sans Bold"/>
                <a:cs typeface="Canva Sans Bold"/>
              </a:rPr>
              <a:t>Focused Delhi-NCR pilot</a:t>
            </a:r>
          </a:p>
        </p:txBody>
      </p:sp>
      <p:sp>
        <p:nvSpPr>
          <p:cNvPr id="4" name="mvp">
            <a:extLst xmlns:a="http://schemas.openxmlformats.org/drawingml/2006/main">
              <a:ext uri="{FF2B5EF4-FFF2-40B4-BE49-F238E27FC236}">
                <a16:creationId xmlns:a16="http://schemas.microsoft.com/office/drawing/2014/main" id="{015FBB18-3796-4149-9388-DBC7B60CAFC4}"/>
              </a:ext>
            </a:extLst>
          </p:cNvPr>
          <p:cNvSpPr>
            <a:spLocks xmlns:a="http://schemas.openxmlformats.org/drawingml/2006/main" noGrp="1"/>
          </p:cNvSpPr>
          <p:nvPr/>
        </p:nvSpPr>
        <p:spPr>
          <a:xfrm xmlns:a="http://schemas.openxmlformats.org/drawingml/2006/main">
            <a:off x="1143000" y="3667125"/>
            <a:ext cx="16002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0000"/>
                </a:solidFill>
                <a:latin typeface="Canva Sans Bold"/>
                <a:ea typeface="Canva Sans Bold"/>
                <a:cs typeface="Canva Sans Bold"/>
              </a:defRPr>
            </a:defPPr>
            <a:lvl1pPr algn="l">
              <a:defRPr sz="3150" b="1">
                <a:solidFill>
                  <a:srgbClr val="000000"/>
                </a:solidFill>
                <a:latin typeface="Canva Sans Bold"/>
                <a:ea typeface="Canva Sans Bold"/>
                <a:cs typeface="Canva Sans Bold"/>
              </a:defRPr>
            </a:lvl1pPr>
            <a:lvl2pPr algn="l">
              <a:defRPr sz="3150" b="1">
                <a:solidFill>
                  <a:srgbClr val="000000"/>
                </a:solidFill>
                <a:latin typeface="Canva Sans Bold"/>
                <a:ea typeface="Canva Sans Bold"/>
                <a:cs typeface="Canva Sans Bold"/>
              </a:defRPr>
            </a:lvl2pPr>
            <a:lvl3pPr algn="l">
              <a:defRPr sz="3150" b="1">
                <a:solidFill>
                  <a:srgbClr val="000000"/>
                </a:solidFill>
                <a:latin typeface="Canva Sans Bold"/>
                <a:ea typeface="Canva Sans Bold"/>
                <a:cs typeface="Canva Sans Bold"/>
              </a:defRPr>
            </a:lvl3pPr>
            <a:lvl4pPr algn="l">
              <a:defRPr sz="3150" b="1">
                <a:solidFill>
                  <a:srgbClr val="000000"/>
                </a:solidFill>
                <a:latin typeface="Canva Sans Bold"/>
                <a:ea typeface="Canva Sans Bold"/>
                <a:cs typeface="Canva Sans Bold"/>
              </a:defRPr>
            </a:lvl4pPr>
            <a:lvl5pPr algn="l">
              <a:defRPr sz="3150" b="1">
                <a:solidFill>
                  <a:srgbClr val="000000"/>
                </a:solidFill>
                <a:latin typeface="Canva Sans Bold"/>
                <a:ea typeface="Canva Sans Bold"/>
                <a:cs typeface="Canva Sans Bold"/>
              </a:defRPr>
            </a:lvl5pPr>
            <a:lvl6pPr algn="l">
              <a:defRPr sz="3150" b="1">
                <a:solidFill>
                  <a:srgbClr val="000000"/>
                </a:solidFill>
                <a:latin typeface="Canva Sans Bold"/>
                <a:ea typeface="Canva Sans Bold"/>
                <a:cs typeface="Canva Sans Bold"/>
              </a:defRPr>
            </a:lvl6pPr>
            <a:lvl7pPr algn="l">
              <a:defRPr sz="3150" b="1">
                <a:solidFill>
                  <a:srgbClr val="000000"/>
                </a:solidFill>
                <a:latin typeface="Canva Sans Bold"/>
                <a:ea typeface="Canva Sans Bold"/>
                <a:cs typeface="Canva Sans Bold"/>
              </a:defRPr>
            </a:lvl7pPr>
            <a:lvl8pPr algn="l">
              <a:defRPr sz="3150" b="1">
                <a:solidFill>
                  <a:srgbClr val="000000"/>
                </a:solidFill>
                <a:latin typeface="Canva Sans Bold"/>
                <a:ea typeface="Canva Sans Bold"/>
                <a:cs typeface="Canva Sans Bold"/>
              </a:defRPr>
            </a:lvl8pPr>
            <a:lvl9pPr algn="l">
              <a:defRPr sz="3150" b="1">
                <a:solidFill>
                  <a:srgbClr val="000000"/>
                </a:solidFill>
                <a:latin typeface="Canva Sans Bold"/>
                <a:ea typeface="Canva Sans Bold"/>
                <a:cs typeface="Canva Sans Bold"/>
              </a:defRPr>
            </a:lvl9pPr>
          </a:lstStyle>
          <a:p xmlns:a="http://schemas.openxmlformats.org/drawingml/2006/main">
            <a:pPr algn="l">
              <a:lnSpc>
                <a:spcPct val="112000"/>
              </a:lnSpc>
              <a:buNone/>
              <a:defRPr sz="3150" b="1">
                <a:solidFill>
                  <a:srgbClr val="000000"/>
                </a:solidFill>
                <a:latin typeface="Canva Sans Bold"/>
                <a:ea typeface="Canva Sans Bold"/>
                <a:cs typeface="Canva Sans Bold"/>
              </a:defRPr>
            </a:pPr>
            <a:r>
              <a:rPr sz="3150" b="1">
                <a:solidFill>
                  <a:srgbClr val="000000"/>
                </a:solidFill>
                <a:latin typeface="Canva Sans Bold"/>
                <a:ea typeface="Canva Sans Bold"/>
                <a:cs typeface="Canva Sans Bold"/>
              </a:rPr>
              <a:t>Start with stations that have usable hourly history.</a:t>
            </a:r>
          </a:p>
          <a:p xmlns:a="http://schemas.openxmlformats.org/drawingml/2006/main">
            <a:pPr algn="l">
              <a:lnSpc>
                <a:spcPct val="112000"/>
              </a:lnSpc>
              <a:buNone/>
              <a:defRPr sz="3150" b="1">
                <a:solidFill>
                  <a:srgbClr val="000000"/>
                </a:solidFill>
                <a:latin typeface="Canva Sans Bold"/>
                <a:ea typeface="Canva Sans Bold"/>
                <a:cs typeface="Canva Sans Bold"/>
              </a:defRPr>
            </a:pPr>
            <a:r>
              <a:rPr sz="3150" b="1">
                <a:solidFill>
                  <a:srgbClr val="000000"/>
                </a:solidFill>
                <a:latin typeface="Canva Sans Bold"/>
                <a:ea typeface="Canva Sans Bold"/>
                <a:cs typeface="Canva Sans Bold"/>
              </a:rPr>
              <a:t>Cache inputs for an offline demo. Add ward estimates after the baseline.</a:t>
            </a:r>
          </a:p>
        </p:txBody>
      </p:sp>
      <p:sp>
        <p:nvSpPr>
          <p:cNvPr id="5" name="built-head">
            <a:extLst xmlns:a="http://schemas.openxmlformats.org/drawingml/2006/main">
              <a:ext uri="{FF2B5EF4-FFF2-40B4-BE49-F238E27FC236}">
                <a16:creationId xmlns:a16="http://schemas.microsoft.com/office/drawing/2014/main" id="{01D5F591-1FD0-445C-BBFA-2112A46849F8}"/>
              </a:ext>
            </a:extLst>
          </p:cNvPr>
          <p:cNvSpPr>
            <a:spLocks xmlns:a="http://schemas.openxmlformats.org/drawingml/2006/main" noGrp="1"/>
          </p:cNvSpPr>
          <p:nvPr/>
        </p:nvSpPr>
        <p:spPr>
          <a:xfrm xmlns:a="http://schemas.openxmlformats.org/drawingml/2006/main">
            <a:off x="1143000" y="5381625"/>
            <a:ext cx="1600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Canva Sans Bold"/>
                <a:ea typeface="Canva Sans Bold"/>
                <a:cs typeface="Canva Sans Bold"/>
              </a:defRPr>
            </a:defPPr>
            <a:lvl1pPr algn="l">
              <a:defRPr sz="3600" b="1">
                <a:solidFill>
                  <a:srgbClr val="000000"/>
                </a:solidFill>
                <a:latin typeface="Canva Sans Bold"/>
                <a:ea typeface="Canva Sans Bold"/>
                <a:cs typeface="Canva Sans Bold"/>
              </a:defRPr>
            </a:lvl1pPr>
            <a:lvl2pPr algn="l">
              <a:defRPr sz="3600" b="1">
                <a:solidFill>
                  <a:srgbClr val="000000"/>
                </a:solidFill>
                <a:latin typeface="Canva Sans Bold"/>
                <a:ea typeface="Canva Sans Bold"/>
                <a:cs typeface="Canva Sans Bold"/>
              </a:defRPr>
            </a:lvl2pPr>
            <a:lvl3pPr algn="l">
              <a:defRPr sz="3600" b="1">
                <a:solidFill>
                  <a:srgbClr val="000000"/>
                </a:solidFill>
                <a:latin typeface="Canva Sans Bold"/>
                <a:ea typeface="Canva Sans Bold"/>
                <a:cs typeface="Canva Sans Bold"/>
              </a:defRPr>
            </a:lvl3pPr>
            <a:lvl4pPr algn="l">
              <a:defRPr sz="3600" b="1">
                <a:solidFill>
                  <a:srgbClr val="000000"/>
                </a:solidFill>
                <a:latin typeface="Canva Sans Bold"/>
                <a:ea typeface="Canva Sans Bold"/>
                <a:cs typeface="Canva Sans Bold"/>
              </a:defRPr>
            </a:lvl4pPr>
            <a:lvl5pPr algn="l">
              <a:defRPr sz="3600" b="1">
                <a:solidFill>
                  <a:srgbClr val="000000"/>
                </a:solidFill>
                <a:latin typeface="Canva Sans Bold"/>
                <a:ea typeface="Canva Sans Bold"/>
                <a:cs typeface="Canva Sans Bold"/>
              </a:defRPr>
            </a:lvl5pPr>
            <a:lvl6pPr algn="l">
              <a:defRPr sz="3600" b="1">
                <a:solidFill>
                  <a:srgbClr val="000000"/>
                </a:solidFill>
                <a:latin typeface="Canva Sans Bold"/>
                <a:ea typeface="Canva Sans Bold"/>
                <a:cs typeface="Canva Sans Bold"/>
              </a:defRPr>
            </a:lvl6pPr>
            <a:lvl7pPr algn="l">
              <a:defRPr sz="3600" b="1">
                <a:solidFill>
                  <a:srgbClr val="000000"/>
                </a:solidFill>
                <a:latin typeface="Canva Sans Bold"/>
                <a:ea typeface="Canva Sans Bold"/>
                <a:cs typeface="Canva Sans Bold"/>
              </a:defRPr>
            </a:lvl7pPr>
            <a:lvl8pPr algn="l">
              <a:defRPr sz="3600" b="1">
                <a:solidFill>
                  <a:srgbClr val="000000"/>
                </a:solidFill>
                <a:latin typeface="Canva Sans Bold"/>
                <a:ea typeface="Canva Sans Bold"/>
                <a:cs typeface="Canva Sans Bold"/>
              </a:defRPr>
            </a:lvl8pPr>
            <a:lvl9pPr algn="l">
              <a:defRPr sz="3600" b="1">
                <a:solidFill>
                  <a:srgbClr val="000000"/>
                </a:solidFill>
                <a:latin typeface="Canva Sans Bold"/>
                <a:ea typeface="Canva Sans Bold"/>
                <a:cs typeface="Canva Sans Bold"/>
              </a:defRPr>
            </a:lvl9pPr>
          </a:lstStyle>
          <a:p xmlns:a="http://schemas.openxmlformats.org/drawingml/2006/main">
            <a:pPr algn="l">
              <a:lnSpc>
                <a:spcPct val="112000"/>
              </a:lnSpc>
              <a:buNone/>
              <a:defRPr sz="3600" b="1">
                <a:solidFill>
                  <a:srgbClr val="000000"/>
                </a:solidFill>
                <a:latin typeface="Canva Sans Bold"/>
                <a:ea typeface="Canva Sans Bold"/>
                <a:cs typeface="Canva Sans Bold"/>
              </a:defRPr>
            </a:pPr>
            <a:r>
              <a:rPr sz="3600" b="1">
                <a:solidFill>
                  <a:srgbClr val="000000"/>
                </a:solidFill>
                <a:latin typeface="Canva Sans Bold"/>
                <a:ea typeface="Canva Sans Bold"/>
                <a:cs typeface="Canva Sans Bold"/>
              </a:rPr>
              <a:t>Core setup completed</a:t>
            </a:r>
          </a:p>
        </p:txBody>
      </p:sp>
      <p:sp>
        <p:nvSpPr>
          <p:cNvPr id="6" name="built">
            <a:extLst xmlns:a="http://schemas.openxmlformats.org/drawingml/2006/main">
              <a:ext uri="{FF2B5EF4-FFF2-40B4-BE49-F238E27FC236}">
                <a16:creationId xmlns:a16="http://schemas.microsoft.com/office/drawing/2014/main" id="{8EF831FB-5172-45C7-AA81-4A9B4B7FEC39}"/>
              </a:ext>
            </a:extLst>
          </p:cNvPr>
          <p:cNvSpPr>
            <a:spLocks xmlns:a="http://schemas.openxmlformats.org/drawingml/2006/main" noGrp="1"/>
          </p:cNvSpPr>
          <p:nvPr/>
        </p:nvSpPr>
        <p:spPr>
          <a:xfrm xmlns:a="http://schemas.openxmlformats.org/drawingml/2006/main">
            <a:off x="1143000" y="6191250"/>
            <a:ext cx="1600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00000"/>
                </a:solidFill>
                <a:latin typeface="Canva Sans Bold"/>
                <a:ea typeface="Canva Sans Bold"/>
                <a:cs typeface="Canva Sans Bold"/>
              </a:defRPr>
            </a:defPPr>
            <a:lvl1pPr algn="l">
              <a:defRPr sz="2850" b="1">
                <a:solidFill>
                  <a:srgbClr val="000000"/>
                </a:solidFill>
                <a:latin typeface="Canva Sans Bold"/>
                <a:ea typeface="Canva Sans Bold"/>
                <a:cs typeface="Canva Sans Bold"/>
              </a:defRPr>
            </a:lvl1pPr>
            <a:lvl2pPr algn="l">
              <a:defRPr sz="2850" b="1">
                <a:solidFill>
                  <a:srgbClr val="000000"/>
                </a:solidFill>
                <a:latin typeface="Canva Sans Bold"/>
                <a:ea typeface="Canva Sans Bold"/>
                <a:cs typeface="Canva Sans Bold"/>
              </a:defRPr>
            </a:lvl2pPr>
            <a:lvl3pPr algn="l">
              <a:defRPr sz="2850" b="1">
                <a:solidFill>
                  <a:srgbClr val="000000"/>
                </a:solidFill>
                <a:latin typeface="Canva Sans Bold"/>
                <a:ea typeface="Canva Sans Bold"/>
                <a:cs typeface="Canva Sans Bold"/>
              </a:defRPr>
            </a:lvl3pPr>
            <a:lvl4pPr algn="l">
              <a:defRPr sz="2850" b="1">
                <a:solidFill>
                  <a:srgbClr val="000000"/>
                </a:solidFill>
                <a:latin typeface="Canva Sans Bold"/>
                <a:ea typeface="Canva Sans Bold"/>
                <a:cs typeface="Canva Sans Bold"/>
              </a:defRPr>
            </a:lvl4pPr>
            <a:lvl5pPr algn="l">
              <a:defRPr sz="2850" b="1">
                <a:solidFill>
                  <a:srgbClr val="000000"/>
                </a:solidFill>
                <a:latin typeface="Canva Sans Bold"/>
                <a:ea typeface="Canva Sans Bold"/>
                <a:cs typeface="Canva Sans Bold"/>
              </a:defRPr>
            </a:lvl5pPr>
            <a:lvl6pPr algn="l">
              <a:defRPr sz="2850" b="1">
                <a:solidFill>
                  <a:srgbClr val="000000"/>
                </a:solidFill>
                <a:latin typeface="Canva Sans Bold"/>
                <a:ea typeface="Canva Sans Bold"/>
                <a:cs typeface="Canva Sans Bold"/>
              </a:defRPr>
            </a:lvl6pPr>
            <a:lvl7pPr algn="l">
              <a:defRPr sz="2850" b="1">
                <a:solidFill>
                  <a:srgbClr val="000000"/>
                </a:solidFill>
                <a:latin typeface="Canva Sans Bold"/>
                <a:ea typeface="Canva Sans Bold"/>
                <a:cs typeface="Canva Sans Bold"/>
              </a:defRPr>
            </a:lvl7pPr>
            <a:lvl8pPr algn="l">
              <a:defRPr sz="2850" b="1">
                <a:solidFill>
                  <a:srgbClr val="000000"/>
                </a:solidFill>
                <a:latin typeface="Canva Sans Bold"/>
                <a:ea typeface="Canva Sans Bold"/>
                <a:cs typeface="Canva Sans Bold"/>
              </a:defRPr>
            </a:lvl8pPr>
            <a:lvl9pPr algn="l">
              <a:defRPr sz="2850" b="1">
                <a:solidFill>
                  <a:srgbClr val="000000"/>
                </a:solidFill>
                <a:latin typeface="Canva Sans Bold"/>
                <a:ea typeface="Canva Sans Bold"/>
                <a:cs typeface="Canva Sans Bold"/>
              </a:defRPr>
            </a:lvl9pPr>
          </a:lstStyle>
          <a:p xmlns:a="http://schemas.openxmlformats.org/drawingml/2006/main">
            <a:pPr algn="l">
              <a:lnSpc>
                <a:spcPct val="112000"/>
              </a:lnSpc>
              <a:buNone/>
              <a:defRPr sz="2850" b="1">
                <a:solidFill>
                  <a:srgbClr val="000000"/>
                </a:solidFill>
                <a:latin typeface="Canva Sans Bold"/>
                <a:ea typeface="Canva Sans Bold"/>
                <a:cs typeface="Canva Sans Bold"/>
              </a:defRPr>
            </a:pPr>
            <a:r>
              <a:rPr sz="2850" b="1">
                <a:solidFill>
                  <a:srgbClr val="000000"/>
                </a:solidFill>
                <a:latin typeface="Canva Sans Bold"/>
                <a:ea typeface="Canva Sans Bold"/>
                <a:cs typeface="Canva Sans Bold"/>
              </a:rPr>
              <a:t>GitHub repo + ingestion adapters + feature code + model skeletons</a:t>
            </a:r>
          </a:p>
          <a:p xmlns:a="http://schemas.openxmlformats.org/drawingml/2006/main">
            <a:pPr algn="l">
              <a:lnSpc>
                <a:spcPct val="112000"/>
              </a:lnSpc>
              <a:buNone/>
              <a:defRPr sz="2850" b="1">
                <a:solidFill>
                  <a:srgbClr val="000000"/>
                </a:solidFill>
                <a:latin typeface="Canva Sans Bold"/>
                <a:ea typeface="Canva Sans Bold"/>
                <a:cs typeface="Canva Sans Bold"/>
              </a:defRPr>
            </a:pPr>
            <a:r>
              <a:rPr sz="2850" b="1">
                <a:solidFill>
                  <a:srgbClr val="000000"/>
                </a:solidFill>
                <a:latin typeface="Canva Sans Bold"/>
                <a:ea typeface="Canva Sans Bold"/>
                <a:cs typeface="Canva Sans Bold"/>
              </a:rPr>
              <a:t>FastAPI dummy endpoint + Streamlit placeholder</a:t>
            </a:r>
          </a:p>
        </p:txBody>
      </p:sp>
      <p:sp>
        <p:nvSpPr>
          <p:cNvPr id="7" name="validation-head">
            <a:extLst xmlns:a="http://schemas.openxmlformats.org/drawingml/2006/main">
              <a:ext uri="{FF2B5EF4-FFF2-40B4-BE49-F238E27FC236}">
                <a16:creationId xmlns:a16="http://schemas.microsoft.com/office/drawing/2014/main" id="{D117768B-8564-439F-B710-61999280586B}"/>
              </a:ext>
            </a:extLst>
          </p:cNvPr>
          <p:cNvSpPr>
            <a:spLocks xmlns:a="http://schemas.openxmlformats.org/drawingml/2006/main" noGrp="1"/>
          </p:cNvSpPr>
          <p:nvPr/>
        </p:nvSpPr>
        <p:spPr>
          <a:xfrm xmlns:a="http://schemas.openxmlformats.org/drawingml/2006/main">
            <a:off x="1143000" y="7667625"/>
            <a:ext cx="1600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Canva Sans Bold"/>
                <a:ea typeface="Canva Sans Bold"/>
                <a:cs typeface="Canva Sans Bold"/>
              </a:defRPr>
            </a:defPPr>
            <a:lvl1pPr algn="l">
              <a:defRPr sz="3600" b="1">
                <a:solidFill>
                  <a:srgbClr val="000000"/>
                </a:solidFill>
                <a:latin typeface="Canva Sans Bold"/>
                <a:ea typeface="Canva Sans Bold"/>
                <a:cs typeface="Canva Sans Bold"/>
              </a:defRPr>
            </a:lvl1pPr>
            <a:lvl2pPr algn="l">
              <a:defRPr sz="3600" b="1">
                <a:solidFill>
                  <a:srgbClr val="000000"/>
                </a:solidFill>
                <a:latin typeface="Canva Sans Bold"/>
                <a:ea typeface="Canva Sans Bold"/>
                <a:cs typeface="Canva Sans Bold"/>
              </a:defRPr>
            </a:lvl2pPr>
            <a:lvl3pPr algn="l">
              <a:defRPr sz="3600" b="1">
                <a:solidFill>
                  <a:srgbClr val="000000"/>
                </a:solidFill>
                <a:latin typeface="Canva Sans Bold"/>
                <a:ea typeface="Canva Sans Bold"/>
                <a:cs typeface="Canva Sans Bold"/>
              </a:defRPr>
            </a:lvl3pPr>
            <a:lvl4pPr algn="l">
              <a:defRPr sz="3600" b="1">
                <a:solidFill>
                  <a:srgbClr val="000000"/>
                </a:solidFill>
                <a:latin typeface="Canva Sans Bold"/>
                <a:ea typeface="Canva Sans Bold"/>
                <a:cs typeface="Canva Sans Bold"/>
              </a:defRPr>
            </a:lvl4pPr>
            <a:lvl5pPr algn="l">
              <a:defRPr sz="3600" b="1">
                <a:solidFill>
                  <a:srgbClr val="000000"/>
                </a:solidFill>
                <a:latin typeface="Canva Sans Bold"/>
                <a:ea typeface="Canva Sans Bold"/>
                <a:cs typeface="Canva Sans Bold"/>
              </a:defRPr>
            </a:lvl5pPr>
            <a:lvl6pPr algn="l">
              <a:defRPr sz="3600" b="1">
                <a:solidFill>
                  <a:srgbClr val="000000"/>
                </a:solidFill>
                <a:latin typeface="Canva Sans Bold"/>
                <a:ea typeface="Canva Sans Bold"/>
                <a:cs typeface="Canva Sans Bold"/>
              </a:defRPr>
            </a:lvl6pPr>
            <a:lvl7pPr algn="l">
              <a:defRPr sz="3600" b="1">
                <a:solidFill>
                  <a:srgbClr val="000000"/>
                </a:solidFill>
                <a:latin typeface="Canva Sans Bold"/>
                <a:ea typeface="Canva Sans Bold"/>
                <a:cs typeface="Canva Sans Bold"/>
              </a:defRPr>
            </a:lvl7pPr>
            <a:lvl8pPr algn="l">
              <a:defRPr sz="3600" b="1">
                <a:solidFill>
                  <a:srgbClr val="000000"/>
                </a:solidFill>
                <a:latin typeface="Canva Sans Bold"/>
                <a:ea typeface="Canva Sans Bold"/>
                <a:cs typeface="Canva Sans Bold"/>
              </a:defRPr>
            </a:lvl8pPr>
            <a:lvl9pPr algn="l">
              <a:defRPr sz="3600" b="1">
                <a:solidFill>
                  <a:srgbClr val="000000"/>
                </a:solidFill>
                <a:latin typeface="Canva Sans Bold"/>
                <a:ea typeface="Canva Sans Bold"/>
                <a:cs typeface="Canva Sans Bold"/>
              </a:defRPr>
            </a:lvl9pPr>
          </a:lstStyle>
          <a:p xmlns:a="http://schemas.openxmlformats.org/drawingml/2006/main">
            <a:pPr algn="l">
              <a:lnSpc>
                <a:spcPct val="112000"/>
              </a:lnSpc>
              <a:buNone/>
              <a:defRPr sz="3600" b="1">
                <a:solidFill>
                  <a:srgbClr val="000000"/>
                </a:solidFill>
                <a:latin typeface="Canva Sans Bold"/>
                <a:ea typeface="Canva Sans Bold"/>
                <a:cs typeface="Canva Sans Bold"/>
              </a:defRPr>
            </a:pPr>
            <a:r>
              <a:rPr sz="3600" b="1">
                <a:solidFill>
                  <a:srgbClr val="000000"/>
                </a:solidFill>
                <a:latin typeface="Canva Sans Bold"/>
                <a:ea typeface="Canva Sans Bold"/>
                <a:cs typeface="Canva Sans Bold"/>
              </a:rPr>
              <a:t>Validation plan</a:t>
            </a:r>
          </a:p>
        </p:txBody>
      </p:sp>
      <p:sp>
        <p:nvSpPr>
          <p:cNvPr id="8" name="validation">
            <a:extLst xmlns:a="http://schemas.openxmlformats.org/drawingml/2006/main">
              <a:ext uri="{FF2B5EF4-FFF2-40B4-BE49-F238E27FC236}">
                <a16:creationId xmlns:a16="http://schemas.microsoft.com/office/drawing/2014/main" id="{293198C3-379E-4E0D-830D-062EA431E172}"/>
              </a:ext>
            </a:extLst>
          </p:cNvPr>
          <p:cNvSpPr>
            <a:spLocks xmlns:a="http://schemas.openxmlformats.org/drawingml/2006/main" noGrp="1"/>
          </p:cNvSpPr>
          <p:nvPr/>
        </p:nvSpPr>
        <p:spPr>
          <a:xfrm xmlns:a="http://schemas.openxmlformats.org/drawingml/2006/main">
            <a:off x="1143000" y="8429625"/>
            <a:ext cx="1600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00000"/>
                </a:solidFill>
                <a:latin typeface="Canva Sans Bold"/>
                <a:ea typeface="Canva Sans Bold"/>
                <a:cs typeface="Canva Sans Bold"/>
              </a:defRPr>
            </a:defPPr>
            <a:lvl1pPr algn="l">
              <a:defRPr sz="2850" b="1">
                <a:solidFill>
                  <a:srgbClr val="000000"/>
                </a:solidFill>
                <a:latin typeface="Canva Sans Bold"/>
                <a:ea typeface="Canva Sans Bold"/>
                <a:cs typeface="Canva Sans Bold"/>
              </a:defRPr>
            </a:lvl1pPr>
            <a:lvl2pPr algn="l">
              <a:defRPr sz="2850" b="1">
                <a:solidFill>
                  <a:srgbClr val="000000"/>
                </a:solidFill>
                <a:latin typeface="Canva Sans Bold"/>
                <a:ea typeface="Canva Sans Bold"/>
                <a:cs typeface="Canva Sans Bold"/>
              </a:defRPr>
            </a:lvl2pPr>
            <a:lvl3pPr algn="l">
              <a:defRPr sz="2850" b="1">
                <a:solidFill>
                  <a:srgbClr val="000000"/>
                </a:solidFill>
                <a:latin typeface="Canva Sans Bold"/>
                <a:ea typeface="Canva Sans Bold"/>
                <a:cs typeface="Canva Sans Bold"/>
              </a:defRPr>
            </a:lvl3pPr>
            <a:lvl4pPr algn="l">
              <a:defRPr sz="2850" b="1">
                <a:solidFill>
                  <a:srgbClr val="000000"/>
                </a:solidFill>
                <a:latin typeface="Canva Sans Bold"/>
                <a:ea typeface="Canva Sans Bold"/>
                <a:cs typeface="Canva Sans Bold"/>
              </a:defRPr>
            </a:lvl4pPr>
            <a:lvl5pPr algn="l">
              <a:defRPr sz="2850" b="1">
                <a:solidFill>
                  <a:srgbClr val="000000"/>
                </a:solidFill>
                <a:latin typeface="Canva Sans Bold"/>
                <a:ea typeface="Canva Sans Bold"/>
                <a:cs typeface="Canva Sans Bold"/>
              </a:defRPr>
            </a:lvl5pPr>
            <a:lvl6pPr algn="l">
              <a:defRPr sz="2850" b="1">
                <a:solidFill>
                  <a:srgbClr val="000000"/>
                </a:solidFill>
                <a:latin typeface="Canva Sans Bold"/>
                <a:ea typeface="Canva Sans Bold"/>
                <a:cs typeface="Canva Sans Bold"/>
              </a:defRPr>
            </a:lvl6pPr>
            <a:lvl7pPr algn="l">
              <a:defRPr sz="2850" b="1">
                <a:solidFill>
                  <a:srgbClr val="000000"/>
                </a:solidFill>
                <a:latin typeface="Canva Sans Bold"/>
                <a:ea typeface="Canva Sans Bold"/>
                <a:cs typeface="Canva Sans Bold"/>
              </a:defRPr>
            </a:lvl7pPr>
            <a:lvl8pPr algn="l">
              <a:defRPr sz="2850" b="1">
                <a:solidFill>
                  <a:srgbClr val="000000"/>
                </a:solidFill>
                <a:latin typeface="Canva Sans Bold"/>
                <a:ea typeface="Canva Sans Bold"/>
                <a:cs typeface="Canva Sans Bold"/>
              </a:defRPr>
            </a:lvl8pPr>
            <a:lvl9pPr algn="l">
              <a:defRPr sz="2850" b="1">
                <a:solidFill>
                  <a:srgbClr val="000000"/>
                </a:solidFill>
                <a:latin typeface="Canva Sans Bold"/>
                <a:ea typeface="Canva Sans Bold"/>
                <a:cs typeface="Canva Sans Bold"/>
              </a:defRPr>
            </a:lvl9pPr>
          </a:lstStyle>
          <a:p xmlns:a="http://schemas.openxmlformats.org/drawingml/2006/main">
            <a:pPr algn="l">
              <a:lnSpc>
                <a:spcPct val="112000"/>
              </a:lnSpc>
              <a:buNone/>
              <a:defRPr sz="2850" b="1">
                <a:solidFill>
                  <a:srgbClr val="000000"/>
                </a:solidFill>
                <a:latin typeface="Canva Sans Bold"/>
                <a:ea typeface="Canva Sans Bold"/>
                <a:cs typeface="Canva Sans Bold"/>
              </a:defRPr>
            </a:pPr>
            <a:r>
              <a:rPr sz="2850" b="1">
                <a:solidFill>
                  <a:srgbClr val="000000"/>
                </a:solidFill>
                <a:latin typeface="Canva Sans Bold"/>
                <a:ea typeface="Canva Sans Bold"/>
                <a:cs typeface="Canva Sans Bold"/>
              </a:rPr>
              <a:t>Train through 2024, test Diwali 2025. Hold out stations.</a:t>
            </a:r>
          </a:p>
          <a:p xmlns:a="http://schemas.openxmlformats.org/drawingml/2006/main">
            <a:pPr algn="l">
              <a:lnSpc>
                <a:spcPct val="112000"/>
              </a:lnSpc>
              <a:buNone/>
              <a:defRPr sz="2850" b="1">
                <a:solidFill>
                  <a:srgbClr val="000000"/>
                </a:solidFill>
                <a:latin typeface="Canva Sans Bold"/>
                <a:ea typeface="Canva Sans Bold"/>
                <a:cs typeface="Canva Sans Bold"/>
              </a:defRPr>
            </a:pPr>
            <a:r>
              <a:rPr sz="2850" b="1">
                <a:solidFill>
                  <a:srgbClr val="000000"/>
                </a:solidFill>
                <a:latin typeface="Canva Sans Bold"/>
                <a:ea typeface="Canva Sans Bold"/>
                <a:cs typeface="Canva Sans Bold"/>
              </a:rPr>
              <a:t>Compare MAE, RMSE and PM2.5 category accuracy with persistence.</a:t>
            </a:r>
          </a:p>
        </p:txBody>
      </p:sp>
      <p:sp>
        <p:nvSpPr>
          <p:cNvPr id="9" name="result">
            <a:extLst xmlns:a="http://schemas.openxmlformats.org/drawingml/2006/main">
              <a:ext uri="{FF2B5EF4-FFF2-40B4-BE49-F238E27FC236}">
                <a16:creationId xmlns:a16="http://schemas.microsoft.com/office/drawing/2014/main" id="{155C1F7B-4F34-44CB-80AE-9E3D4221FAD1}"/>
              </a:ext>
            </a:extLst>
          </p:cNvPr>
          <p:cNvSpPr>
            <a:spLocks xmlns:a="http://schemas.openxmlformats.org/drawingml/2006/main" noGrp="1"/>
          </p:cNvSpPr>
          <p:nvPr/>
        </p:nvSpPr>
        <p:spPr>
          <a:xfrm xmlns:a="http://schemas.openxmlformats.org/drawingml/2006/main">
            <a:off x="1143000" y="9620250"/>
            <a:ext cx="1600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44444"/>
                </a:solidFill>
                <a:latin typeface="Canva Sans Bold"/>
                <a:ea typeface="Canva Sans Bold"/>
                <a:cs typeface="Canva Sans Bold"/>
              </a:defRPr>
            </a:defPPr>
            <a:lvl1pPr algn="l">
              <a:defRPr sz="2025" b="1">
                <a:solidFill>
                  <a:srgbClr val="444444"/>
                </a:solidFill>
                <a:latin typeface="Canva Sans Bold"/>
                <a:ea typeface="Canva Sans Bold"/>
                <a:cs typeface="Canva Sans Bold"/>
              </a:defRPr>
            </a:lvl1pPr>
            <a:lvl2pPr algn="l">
              <a:defRPr sz="2025" b="1">
                <a:solidFill>
                  <a:srgbClr val="444444"/>
                </a:solidFill>
                <a:latin typeface="Canva Sans Bold"/>
                <a:ea typeface="Canva Sans Bold"/>
                <a:cs typeface="Canva Sans Bold"/>
              </a:defRPr>
            </a:lvl2pPr>
            <a:lvl3pPr algn="l">
              <a:defRPr sz="2025" b="1">
                <a:solidFill>
                  <a:srgbClr val="444444"/>
                </a:solidFill>
                <a:latin typeface="Canva Sans Bold"/>
                <a:ea typeface="Canva Sans Bold"/>
                <a:cs typeface="Canva Sans Bold"/>
              </a:defRPr>
            </a:lvl3pPr>
            <a:lvl4pPr algn="l">
              <a:defRPr sz="2025" b="1">
                <a:solidFill>
                  <a:srgbClr val="444444"/>
                </a:solidFill>
                <a:latin typeface="Canva Sans Bold"/>
                <a:ea typeface="Canva Sans Bold"/>
                <a:cs typeface="Canva Sans Bold"/>
              </a:defRPr>
            </a:lvl4pPr>
            <a:lvl5pPr algn="l">
              <a:defRPr sz="2025" b="1">
                <a:solidFill>
                  <a:srgbClr val="444444"/>
                </a:solidFill>
                <a:latin typeface="Canva Sans Bold"/>
                <a:ea typeface="Canva Sans Bold"/>
                <a:cs typeface="Canva Sans Bold"/>
              </a:defRPr>
            </a:lvl5pPr>
            <a:lvl6pPr algn="l">
              <a:defRPr sz="2025" b="1">
                <a:solidFill>
                  <a:srgbClr val="444444"/>
                </a:solidFill>
                <a:latin typeface="Canva Sans Bold"/>
                <a:ea typeface="Canva Sans Bold"/>
                <a:cs typeface="Canva Sans Bold"/>
              </a:defRPr>
            </a:lvl6pPr>
            <a:lvl7pPr algn="l">
              <a:defRPr sz="2025" b="1">
                <a:solidFill>
                  <a:srgbClr val="444444"/>
                </a:solidFill>
                <a:latin typeface="Canva Sans Bold"/>
                <a:ea typeface="Canva Sans Bold"/>
                <a:cs typeface="Canva Sans Bold"/>
              </a:defRPr>
            </a:lvl7pPr>
            <a:lvl8pPr algn="l">
              <a:defRPr sz="2025" b="1">
                <a:solidFill>
                  <a:srgbClr val="444444"/>
                </a:solidFill>
                <a:latin typeface="Canva Sans Bold"/>
                <a:ea typeface="Canva Sans Bold"/>
                <a:cs typeface="Canva Sans Bold"/>
              </a:defRPr>
            </a:lvl8pPr>
            <a:lvl9pPr algn="l">
              <a:defRPr sz="2025" b="1">
                <a:solidFill>
                  <a:srgbClr val="444444"/>
                </a:solidFill>
                <a:latin typeface="Canva Sans Bold"/>
                <a:ea typeface="Canva Sans Bold"/>
                <a:cs typeface="Canva Sans Bold"/>
              </a:defRPr>
            </a:lvl9pPr>
          </a:lstStyle>
          <a:p xmlns:a="http://schemas.openxmlformats.org/drawingml/2006/main">
            <a:pPr algn="l">
              <a:lnSpc>
                <a:spcPct val="112000"/>
              </a:lnSpc>
              <a:buNone/>
              <a:defRPr sz="2025" b="1">
                <a:solidFill>
                  <a:srgbClr val="444444"/>
                </a:solidFill>
                <a:latin typeface="Canva Sans Bold"/>
                <a:ea typeface="Canva Sans Bold"/>
                <a:cs typeface="Canva Sans Bold"/>
              </a:defRPr>
            </a:pPr>
            <a:r>
              <a:rPr sz="2025" b="1">
                <a:solidFill>
                  <a:srgbClr val="444444"/>
                </a:solidFill>
                <a:latin typeface="Canva Sans Bold"/>
                <a:ea typeface="Canva Sans Bold"/>
                <a:cs typeface="Canva Sans Bold"/>
              </a:rPr>
              <a:t>Results: [TO BE MEASURED]. Historical coverage remains unverified.</a:t>
            </a:r>
          </a:p>
        </p:txBody>
      </p:sp>
    </p:spTree>
    <p:extLst>
      <p:ext uri="{BB962C8B-B14F-4D97-AF65-F5344CB8AC3E}">
        <p14:creationId xmlns:p14="http://schemas.microsoft.com/office/powerpoint/2010/main" val="4862864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42BDC468-8D3D-405C-B786-FA01E241B9E4}"/>
              </a:ext>
            </a:extLst>
          </p:cNvPr>
          <p:cNvSpPr>
            <a:spLocks xmlns:a="http://schemas.openxmlformats.org/drawingml/2006/main" noGrp="1"/>
          </p:cNvSpPr>
          <p:nvPr/>
        </p:nvSpPr>
        <p:spPr>
          <a:xfrm xmlns:a="http://schemas.openxmlformats.org/drawingml/2006/main" rot="0">
            <a:off x="1143000" y="619125"/>
            <a:ext cx="16002000" cy="163576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8250" b="1">
                <a:solidFill>
                  <a:srgbClr val="000000"/>
                </a:solidFill>
                <a:latin typeface="Canva Sans Bold"/>
                <a:ea typeface="Canva Sans Bold"/>
                <a:cs typeface="Canva Sans Bold"/>
              </a:defRPr>
            </a:defPPr>
            <a:lvl1pPr algn="l">
              <a:defRPr sz="8250" b="1">
                <a:solidFill>
                  <a:srgbClr val="000000"/>
                </a:solidFill>
                <a:latin typeface="Canva Sans Bold"/>
                <a:ea typeface="Canva Sans Bold"/>
                <a:cs typeface="Canva Sans Bold"/>
              </a:defRPr>
            </a:lvl1pPr>
            <a:lvl2pPr algn="l">
              <a:defRPr sz="8250" b="1">
                <a:solidFill>
                  <a:srgbClr val="000000"/>
                </a:solidFill>
                <a:latin typeface="Canva Sans Bold"/>
                <a:ea typeface="Canva Sans Bold"/>
                <a:cs typeface="Canva Sans Bold"/>
              </a:defRPr>
            </a:lvl2pPr>
            <a:lvl3pPr algn="l">
              <a:defRPr sz="8250" b="1">
                <a:solidFill>
                  <a:srgbClr val="000000"/>
                </a:solidFill>
                <a:latin typeface="Canva Sans Bold"/>
                <a:ea typeface="Canva Sans Bold"/>
                <a:cs typeface="Canva Sans Bold"/>
              </a:defRPr>
            </a:lvl3pPr>
            <a:lvl4pPr algn="l">
              <a:defRPr sz="8250" b="1">
                <a:solidFill>
                  <a:srgbClr val="000000"/>
                </a:solidFill>
                <a:latin typeface="Canva Sans Bold"/>
                <a:ea typeface="Canva Sans Bold"/>
                <a:cs typeface="Canva Sans Bold"/>
              </a:defRPr>
            </a:lvl4pPr>
            <a:lvl5pPr algn="l">
              <a:defRPr sz="8250" b="1">
                <a:solidFill>
                  <a:srgbClr val="000000"/>
                </a:solidFill>
                <a:latin typeface="Canva Sans Bold"/>
                <a:ea typeface="Canva Sans Bold"/>
                <a:cs typeface="Canva Sans Bold"/>
              </a:defRPr>
            </a:lvl5pPr>
            <a:lvl6pPr algn="l">
              <a:defRPr sz="8250" b="1">
                <a:solidFill>
                  <a:srgbClr val="000000"/>
                </a:solidFill>
                <a:latin typeface="Canva Sans Bold"/>
                <a:ea typeface="Canva Sans Bold"/>
                <a:cs typeface="Canva Sans Bold"/>
              </a:defRPr>
            </a:lvl6pPr>
            <a:lvl7pPr algn="l">
              <a:defRPr sz="8250" b="1">
                <a:solidFill>
                  <a:srgbClr val="000000"/>
                </a:solidFill>
                <a:latin typeface="Canva Sans Bold"/>
                <a:ea typeface="Canva Sans Bold"/>
                <a:cs typeface="Canva Sans Bold"/>
              </a:defRPr>
            </a:lvl7pPr>
            <a:lvl8pPr algn="l">
              <a:defRPr sz="8250" b="1">
                <a:solidFill>
                  <a:srgbClr val="000000"/>
                </a:solidFill>
                <a:latin typeface="Canva Sans Bold"/>
                <a:ea typeface="Canva Sans Bold"/>
                <a:cs typeface="Canva Sans Bold"/>
              </a:defRPr>
            </a:lvl8pPr>
            <a:lvl9pPr algn="l">
              <a:defRPr sz="8250" b="1">
                <a:solidFill>
                  <a:srgbClr val="000000"/>
                </a:solidFill>
                <a:latin typeface="Canva Sans Bold"/>
                <a:ea typeface="Canva Sans Bold"/>
                <a:cs typeface="Canva Sans Bold"/>
              </a:defRPr>
            </a:lvl9pPr>
          </a:lstStyle>
          <a:p xmlns:a="http://schemas.openxmlformats.org/drawingml/2006/main">
            <a:pPr algn="l">
              <a:lnSpc>
                <a:spcPct val="112000"/>
              </a:lnSpc>
              <a:spcBef>
                <a:spcPct val="0"/>
              </a:spcBef>
              <a:buNone/>
              <a:defRPr sz="8250" b="1">
                <a:solidFill>
                  <a:srgbClr val="000000"/>
                </a:solidFill>
                <a:latin typeface="Canva Sans Bold"/>
                <a:ea typeface="Canva Sans Bold"/>
                <a:cs typeface="Canva Sans Bold"/>
              </a:defRPr>
            </a:pPr>
            <a:r>
              <a:rPr sz="8250" b="1">
                <a:solidFill>
                  <a:srgbClr val="000000"/>
                </a:solidFill>
                <a:latin typeface="Canva Sans Bold"/>
                <a:ea typeface="Canva Sans Bold"/>
                <a:cs typeface="Canva Sans Bold"/>
              </a:rPr>
              <a:t>Impacts and benefits</a:t>
            </a:r>
          </a:p>
        </p:txBody>
      </p:sp>
      <p:sp>
        <p:nvSpPr>
          <p:cNvPr id="3" name="impact-status">
            <a:extLst xmlns:a="http://schemas.openxmlformats.org/drawingml/2006/main">
              <a:ext uri="{FF2B5EF4-FFF2-40B4-BE49-F238E27FC236}">
                <a16:creationId xmlns:a16="http://schemas.microsoft.com/office/drawing/2014/main" id="{6A0CB655-913C-454E-873F-F28C888D6EAA}"/>
              </a:ext>
            </a:extLst>
          </p:cNvPr>
          <p:cNvSpPr>
            <a:spLocks xmlns:a="http://schemas.openxmlformats.org/drawingml/2006/main" noGrp="1"/>
          </p:cNvSpPr>
          <p:nvPr/>
        </p:nvSpPr>
        <p:spPr>
          <a:xfrm xmlns:a="http://schemas.openxmlformats.org/drawingml/2006/main">
            <a:off x="1143000" y="2143125"/>
            <a:ext cx="1600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44444"/>
                </a:solidFill>
                <a:latin typeface="Canva Sans Bold"/>
                <a:ea typeface="Canva Sans Bold"/>
                <a:cs typeface="Canva Sans Bold"/>
              </a:defRPr>
            </a:defPPr>
            <a:lvl1pPr algn="l">
              <a:defRPr sz="2175" b="1">
                <a:solidFill>
                  <a:srgbClr val="444444"/>
                </a:solidFill>
                <a:latin typeface="Canva Sans Bold"/>
                <a:ea typeface="Canva Sans Bold"/>
                <a:cs typeface="Canva Sans Bold"/>
              </a:defRPr>
            </a:lvl1pPr>
            <a:lvl2pPr algn="l">
              <a:defRPr sz="2175" b="1">
                <a:solidFill>
                  <a:srgbClr val="444444"/>
                </a:solidFill>
                <a:latin typeface="Canva Sans Bold"/>
                <a:ea typeface="Canva Sans Bold"/>
                <a:cs typeface="Canva Sans Bold"/>
              </a:defRPr>
            </a:lvl2pPr>
            <a:lvl3pPr algn="l">
              <a:defRPr sz="2175" b="1">
                <a:solidFill>
                  <a:srgbClr val="444444"/>
                </a:solidFill>
                <a:latin typeface="Canva Sans Bold"/>
                <a:ea typeface="Canva Sans Bold"/>
                <a:cs typeface="Canva Sans Bold"/>
              </a:defRPr>
            </a:lvl3pPr>
            <a:lvl4pPr algn="l">
              <a:defRPr sz="2175" b="1">
                <a:solidFill>
                  <a:srgbClr val="444444"/>
                </a:solidFill>
                <a:latin typeface="Canva Sans Bold"/>
                <a:ea typeface="Canva Sans Bold"/>
                <a:cs typeface="Canva Sans Bold"/>
              </a:defRPr>
            </a:lvl4pPr>
            <a:lvl5pPr algn="l">
              <a:defRPr sz="2175" b="1">
                <a:solidFill>
                  <a:srgbClr val="444444"/>
                </a:solidFill>
                <a:latin typeface="Canva Sans Bold"/>
                <a:ea typeface="Canva Sans Bold"/>
                <a:cs typeface="Canva Sans Bold"/>
              </a:defRPr>
            </a:lvl5pPr>
            <a:lvl6pPr algn="l">
              <a:defRPr sz="2175" b="1">
                <a:solidFill>
                  <a:srgbClr val="444444"/>
                </a:solidFill>
                <a:latin typeface="Canva Sans Bold"/>
                <a:ea typeface="Canva Sans Bold"/>
                <a:cs typeface="Canva Sans Bold"/>
              </a:defRPr>
            </a:lvl6pPr>
            <a:lvl7pPr algn="l">
              <a:defRPr sz="2175" b="1">
                <a:solidFill>
                  <a:srgbClr val="444444"/>
                </a:solidFill>
                <a:latin typeface="Canva Sans Bold"/>
                <a:ea typeface="Canva Sans Bold"/>
                <a:cs typeface="Canva Sans Bold"/>
              </a:defRPr>
            </a:lvl7pPr>
            <a:lvl8pPr algn="l">
              <a:defRPr sz="2175" b="1">
                <a:solidFill>
                  <a:srgbClr val="444444"/>
                </a:solidFill>
                <a:latin typeface="Canva Sans Bold"/>
                <a:ea typeface="Canva Sans Bold"/>
                <a:cs typeface="Canva Sans Bold"/>
              </a:defRPr>
            </a:lvl8pPr>
            <a:lvl9pPr algn="l">
              <a:defRPr sz="2175" b="1">
                <a:solidFill>
                  <a:srgbClr val="444444"/>
                </a:solidFill>
                <a:latin typeface="Canva Sans Bold"/>
                <a:ea typeface="Canva Sans Bold"/>
                <a:cs typeface="Canva Sans Bold"/>
              </a:defRPr>
            </a:lvl9pPr>
          </a:lstStyle>
          <a:p xmlns:a="http://schemas.openxmlformats.org/drawingml/2006/main">
            <a:pPr algn="l">
              <a:lnSpc>
                <a:spcPct val="112000"/>
              </a:lnSpc>
              <a:buNone/>
              <a:defRPr sz="2175" b="1">
                <a:solidFill>
                  <a:srgbClr val="444444"/>
                </a:solidFill>
                <a:latin typeface="Canva Sans Bold"/>
                <a:ea typeface="Canva Sans Bold"/>
                <a:cs typeface="Canva Sans Bold"/>
              </a:defRPr>
            </a:pPr>
            <a:r>
              <a:rPr sz="2175" b="1">
                <a:solidFill>
                  <a:srgbClr val="444444"/>
                </a:solidFill>
                <a:latin typeface="Canva Sans Bold"/>
                <a:ea typeface="Canva Sans Bold"/>
                <a:cs typeface="Canva Sans Bold"/>
              </a:rPr>
              <a:t>Planned benefits. Impact results remain unmeasured.</a:t>
            </a:r>
          </a:p>
        </p:txBody>
      </p:sp>
      <p:sp>
        <p:nvSpPr>
          <p:cNvPr id="4" name="residents-head">
            <a:extLst xmlns:a="http://schemas.openxmlformats.org/drawingml/2006/main">
              <a:ext uri="{FF2B5EF4-FFF2-40B4-BE49-F238E27FC236}">
                <a16:creationId xmlns:a16="http://schemas.microsoft.com/office/drawing/2014/main" id="{A0756CFD-963D-4BA3-9D50-797487A3890F}"/>
              </a:ext>
            </a:extLst>
          </p:cNvPr>
          <p:cNvSpPr>
            <a:spLocks xmlns:a="http://schemas.openxmlformats.org/drawingml/2006/main" noGrp="1"/>
          </p:cNvSpPr>
          <p:nvPr/>
        </p:nvSpPr>
        <p:spPr>
          <a:xfrm xmlns:a="http://schemas.openxmlformats.org/drawingml/2006/main">
            <a:off x="1143000" y="27622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00000"/>
                </a:solidFill>
                <a:latin typeface="Canva Sans Bold"/>
                <a:ea typeface="Canva Sans Bold"/>
                <a:cs typeface="Canva Sans Bold"/>
              </a:defRPr>
            </a:defPPr>
            <a:lvl1pPr algn="l">
              <a:defRPr sz="3900" b="1">
                <a:solidFill>
                  <a:srgbClr val="000000"/>
                </a:solidFill>
                <a:latin typeface="Canva Sans Bold"/>
                <a:ea typeface="Canva Sans Bold"/>
                <a:cs typeface="Canva Sans Bold"/>
              </a:defRPr>
            </a:lvl1pPr>
            <a:lvl2pPr algn="l">
              <a:defRPr sz="3900" b="1">
                <a:solidFill>
                  <a:srgbClr val="000000"/>
                </a:solidFill>
                <a:latin typeface="Canva Sans Bold"/>
                <a:ea typeface="Canva Sans Bold"/>
                <a:cs typeface="Canva Sans Bold"/>
              </a:defRPr>
            </a:lvl2pPr>
            <a:lvl3pPr algn="l">
              <a:defRPr sz="3900" b="1">
                <a:solidFill>
                  <a:srgbClr val="000000"/>
                </a:solidFill>
                <a:latin typeface="Canva Sans Bold"/>
                <a:ea typeface="Canva Sans Bold"/>
                <a:cs typeface="Canva Sans Bold"/>
              </a:defRPr>
            </a:lvl3pPr>
            <a:lvl4pPr algn="l">
              <a:defRPr sz="3900" b="1">
                <a:solidFill>
                  <a:srgbClr val="000000"/>
                </a:solidFill>
                <a:latin typeface="Canva Sans Bold"/>
                <a:ea typeface="Canva Sans Bold"/>
                <a:cs typeface="Canva Sans Bold"/>
              </a:defRPr>
            </a:lvl4pPr>
            <a:lvl5pPr algn="l">
              <a:defRPr sz="3900" b="1">
                <a:solidFill>
                  <a:srgbClr val="000000"/>
                </a:solidFill>
                <a:latin typeface="Canva Sans Bold"/>
                <a:ea typeface="Canva Sans Bold"/>
                <a:cs typeface="Canva Sans Bold"/>
              </a:defRPr>
            </a:lvl5pPr>
            <a:lvl6pPr algn="l">
              <a:defRPr sz="3900" b="1">
                <a:solidFill>
                  <a:srgbClr val="000000"/>
                </a:solidFill>
                <a:latin typeface="Canva Sans Bold"/>
                <a:ea typeface="Canva Sans Bold"/>
                <a:cs typeface="Canva Sans Bold"/>
              </a:defRPr>
            </a:lvl6pPr>
            <a:lvl7pPr algn="l">
              <a:defRPr sz="3900" b="1">
                <a:solidFill>
                  <a:srgbClr val="000000"/>
                </a:solidFill>
                <a:latin typeface="Canva Sans Bold"/>
                <a:ea typeface="Canva Sans Bold"/>
                <a:cs typeface="Canva Sans Bold"/>
              </a:defRPr>
            </a:lvl7pPr>
            <a:lvl8pPr algn="l">
              <a:defRPr sz="3900" b="1">
                <a:solidFill>
                  <a:srgbClr val="000000"/>
                </a:solidFill>
                <a:latin typeface="Canva Sans Bold"/>
                <a:ea typeface="Canva Sans Bold"/>
                <a:cs typeface="Canva Sans Bold"/>
              </a:defRPr>
            </a:lvl8pPr>
            <a:lvl9pPr algn="l">
              <a:defRPr sz="3900" b="1">
                <a:solidFill>
                  <a:srgbClr val="000000"/>
                </a:solidFill>
                <a:latin typeface="Canva Sans Bold"/>
                <a:ea typeface="Canva Sans Bold"/>
                <a:cs typeface="Canva Sans Bold"/>
              </a:defRPr>
            </a:lvl9pPr>
          </a:lstStyle>
          <a:p xmlns:a="http://schemas.openxmlformats.org/drawingml/2006/main">
            <a:pPr algn="l">
              <a:lnSpc>
                <a:spcPct val="112000"/>
              </a:lnSpc>
              <a:buNone/>
              <a:defRPr sz="3900" b="1">
                <a:solidFill>
                  <a:srgbClr val="000000"/>
                </a:solidFill>
                <a:latin typeface="Canva Sans Bold"/>
                <a:ea typeface="Canva Sans Bold"/>
                <a:cs typeface="Canva Sans Bold"/>
              </a:defRPr>
            </a:pPr>
            <a:r>
              <a:rPr sz="3900" b="1">
                <a:solidFill>
                  <a:srgbClr val="000000"/>
                </a:solidFill>
                <a:latin typeface="Canva Sans Bold"/>
                <a:ea typeface="Canva Sans Bold"/>
                <a:cs typeface="Canva Sans Bold"/>
              </a:rPr>
              <a:t>Residents</a:t>
            </a:r>
          </a:p>
        </p:txBody>
      </p:sp>
      <p:sp>
        <p:nvSpPr>
          <p:cNvPr id="5" name="residents-body">
            <a:extLst xmlns:a="http://schemas.openxmlformats.org/drawingml/2006/main">
              <a:ext uri="{FF2B5EF4-FFF2-40B4-BE49-F238E27FC236}">
                <a16:creationId xmlns:a16="http://schemas.microsoft.com/office/drawing/2014/main" id="{52F83755-321B-49ED-9BC2-8A4F31ED3793}"/>
              </a:ext>
            </a:extLst>
          </p:cNvPr>
          <p:cNvSpPr>
            <a:spLocks xmlns:a="http://schemas.openxmlformats.org/drawingml/2006/main" noGrp="1"/>
          </p:cNvSpPr>
          <p:nvPr/>
        </p:nvSpPr>
        <p:spPr>
          <a:xfrm xmlns:a="http://schemas.openxmlformats.org/drawingml/2006/main">
            <a:off x="1143000" y="3714750"/>
            <a:ext cx="4667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00000"/>
                </a:solidFill>
                <a:latin typeface="Canva Sans Bold"/>
                <a:ea typeface="Canva Sans Bold"/>
                <a:cs typeface="Canva Sans Bold"/>
              </a:defRPr>
            </a:defPPr>
            <a:lvl1pPr algn="l">
              <a:defRPr sz="3075" b="1">
                <a:solidFill>
                  <a:srgbClr val="000000"/>
                </a:solidFill>
                <a:latin typeface="Canva Sans Bold"/>
                <a:ea typeface="Canva Sans Bold"/>
                <a:cs typeface="Canva Sans Bold"/>
              </a:defRPr>
            </a:lvl1pPr>
            <a:lvl2pPr algn="l">
              <a:defRPr sz="3075" b="1">
                <a:solidFill>
                  <a:srgbClr val="000000"/>
                </a:solidFill>
                <a:latin typeface="Canva Sans Bold"/>
                <a:ea typeface="Canva Sans Bold"/>
                <a:cs typeface="Canva Sans Bold"/>
              </a:defRPr>
            </a:lvl2pPr>
            <a:lvl3pPr algn="l">
              <a:defRPr sz="3075" b="1">
                <a:solidFill>
                  <a:srgbClr val="000000"/>
                </a:solidFill>
                <a:latin typeface="Canva Sans Bold"/>
                <a:ea typeface="Canva Sans Bold"/>
                <a:cs typeface="Canva Sans Bold"/>
              </a:defRPr>
            </a:lvl3pPr>
            <a:lvl4pPr algn="l">
              <a:defRPr sz="3075" b="1">
                <a:solidFill>
                  <a:srgbClr val="000000"/>
                </a:solidFill>
                <a:latin typeface="Canva Sans Bold"/>
                <a:ea typeface="Canva Sans Bold"/>
                <a:cs typeface="Canva Sans Bold"/>
              </a:defRPr>
            </a:lvl4pPr>
            <a:lvl5pPr algn="l">
              <a:defRPr sz="3075" b="1">
                <a:solidFill>
                  <a:srgbClr val="000000"/>
                </a:solidFill>
                <a:latin typeface="Canva Sans Bold"/>
                <a:ea typeface="Canva Sans Bold"/>
                <a:cs typeface="Canva Sans Bold"/>
              </a:defRPr>
            </a:lvl5pPr>
            <a:lvl6pPr algn="l">
              <a:defRPr sz="3075" b="1">
                <a:solidFill>
                  <a:srgbClr val="000000"/>
                </a:solidFill>
                <a:latin typeface="Canva Sans Bold"/>
                <a:ea typeface="Canva Sans Bold"/>
                <a:cs typeface="Canva Sans Bold"/>
              </a:defRPr>
            </a:lvl6pPr>
            <a:lvl7pPr algn="l">
              <a:defRPr sz="3075" b="1">
                <a:solidFill>
                  <a:srgbClr val="000000"/>
                </a:solidFill>
                <a:latin typeface="Canva Sans Bold"/>
                <a:ea typeface="Canva Sans Bold"/>
                <a:cs typeface="Canva Sans Bold"/>
              </a:defRPr>
            </a:lvl7pPr>
            <a:lvl8pPr algn="l">
              <a:defRPr sz="3075" b="1">
                <a:solidFill>
                  <a:srgbClr val="000000"/>
                </a:solidFill>
                <a:latin typeface="Canva Sans Bold"/>
                <a:ea typeface="Canva Sans Bold"/>
                <a:cs typeface="Canva Sans Bold"/>
              </a:defRPr>
            </a:lvl8pPr>
            <a:lvl9pPr algn="l">
              <a:defRPr sz="3075" b="1">
                <a:solidFill>
                  <a:srgbClr val="000000"/>
                </a:solidFill>
                <a:latin typeface="Canva Sans Bold"/>
                <a:ea typeface="Canva Sans Bold"/>
                <a:cs typeface="Canva Sans Bold"/>
              </a:defRPr>
            </a:lvl9pPr>
          </a:lstStyle>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Compare predicted</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exposure across time.</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See uncertainty and</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data freshness.</a:t>
            </a:r>
          </a:p>
        </p:txBody>
      </p:sp>
      <p:sp>
        <p:nvSpPr>
          <p:cNvPr id="6" name="schools-head">
            <a:extLst xmlns:a="http://schemas.openxmlformats.org/drawingml/2006/main">
              <a:ext uri="{FF2B5EF4-FFF2-40B4-BE49-F238E27FC236}">
                <a16:creationId xmlns:a16="http://schemas.microsoft.com/office/drawing/2014/main" id="{BE6DD3BB-3C9E-4DA6-A19A-41DA39FAE628}"/>
              </a:ext>
            </a:extLst>
          </p:cNvPr>
          <p:cNvSpPr>
            <a:spLocks xmlns:a="http://schemas.openxmlformats.org/drawingml/2006/main" noGrp="1"/>
          </p:cNvSpPr>
          <p:nvPr/>
        </p:nvSpPr>
        <p:spPr>
          <a:xfrm xmlns:a="http://schemas.openxmlformats.org/drawingml/2006/main">
            <a:off x="6667500" y="276225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00000"/>
                </a:solidFill>
                <a:latin typeface="Canva Sans Bold"/>
                <a:ea typeface="Canva Sans Bold"/>
                <a:cs typeface="Canva Sans Bold"/>
              </a:defRPr>
            </a:defPPr>
            <a:lvl1pPr algn="l">
              <a:defRPr sz="3900" b="1">
                <a:solidFill>
                  <a:srgbClr val="000000"/>
                </a:solidFill>
                <a:latin typeface="Canva Sans Bold"/>
                <a:ea typeface="Canva Sans Bold"/>
                <a:cs typeface="Canva Sans Bold"/>
              </a:defRPr>
            </a:lvl1pPr>
            <a:lvl2pPr algn="l">
              <a:defRPr sz="3900" b="1">
                <a:solidFill>
                  <a:srgbClr val="000000"/>
                </a:solidFill>
                <a:latin typeface="Canva Sans Bold"/>
                <a:ea typeface="Canva Sans Bold"/>
                <a:cs typeface="Canva Sans Bold"/>
              </a:defRPr>
            </a:lvl2pPr>
            <a:lvl3pPr algn="l">
              <a:defRPr sz="3900" b="1">
                <a:solidFill>
                  <a:srgbClr val="000000"/>
                </a:solidFill>
                <a:latin typeface="Canva Sans Bold"/>
                <a:ea typeface="Canva Sans Bold"/>
                <a:cs typeface="Canva Sans Bold"/>
              </a:defRPr>
            </a:lvl3pPr>
            <a:lvl4pPr algn="l">
              <a:defRPr sz="3900" b="1">
                <a:solidFill>
                  <a:srgbClr val="000000"/>
                </a:solidFill>
                <a:latin typeface="Canva Sans Bold"/>
                <a:ea typeface="Canva Sans Bold"/>
                <a:cs typeface="Canva Sans Bold"/>
              </a:defRPr>
            </a:lvl4pPr>
            <a:lvl5pPr algn="l">
              <a:defRPr sz="3900" b="1">
                <a:solidFill>
                  <a:srgbClr val="000000"/>
                </a:solidFill>
                <a:latin typeface="Canva Sans Bold"/>
                <a:ea typeface="Canva Sans Bold"/>
                <a:cs typeface="Canva Sans Bold"/>
              </a:defRPr>
            </a:lvl5pPr>
            <a:lvl6pPr algn="l">
              <a:defRPr sz="3900" b="1">
                <a:solidFill>
                  <a:srgbClr val="000000"/>
                </a:solidFill>
                <a:latin typeface="Canva Sans Bold"/>
                <a:ea typeface="Canva Sans Bold"/>
                <a:cs typeface="Canva Sans Bold"/>
              </a:defRPr>
            </a:lvl6pPr>
            <a:lvl7pPr algn="l">
              <a:defRPr sz="3900" b="1">
                <a:solidFill>
                  <a:srgbClr val="000000"/>
                </a:solidFill>
                <a:latin typeface="Canva Sans Bold"/>
                <a:ea typeface="Canva Sans Bold"/>
                <a:cs typeface="Canva Sans Bold"/>
              </a:defRPr>
            </a:lvl7pPr>
            <a:lvl8pPr algn="l">
              <a:defRPr sz="3900" b="1">
                <a:solidFill>
                  <a:srgbClr val="000000"/>
                </a:solidFill>
                <a:latin typeface="Canva Sans Bold"/>
                <a:ea typeface="Canva Sans Bold"/>
                <a:cs typeface="Canva Sans Bold"/>
              </a:defRPr>
            </a:lvl8pPr>
            <a:lvl9pPr algn="l">
              <a:defRPr sz="3900" b="1">
                <a:solidFill>
                  <a:srgbClr val="000000"/>
                </a:solidFill>
                <a:latin typeface="Canva Sans Bold"/>
                <a:ea typeface="Canva Sans Bold"/>
                <a:cs typeface="Canva Sans Bold"/>
              </a:defRPr>
            </a:lvl9pPr>
          </a:lstStyle>
          <a:p xmlns:a="http://schemas.openxmlformats.org/drawingml/2006/main">
            <a:pPr algn="l">
              <a:lnSpc>
                <a:spcPct val="112000"/>
              </a:lnSpc>
              <a:buNone/>
              <a:defRPr sz="3900" b="1">
                <a:solidFill>
                  <a:srgbClr val="000000"/>
                </a:solidFill>
                <a:latin typeface="Canva Sans Bold"/>
                <a:ea typeface="Canva Sans Bold"/>
                <a:cs typeface="Canva Sans Bold"/>
              </a:defRPr>
            </a:pPr>
            <a:r>
              <a:rPr sz="3900" b="1">
                <a:solidFill>
                  <a:srgbClr val="000000"/>
                </a:solidFill>
                <a:latin typeface="Canva Sans Bold"/>
                <a:ea typeface="Canva Sans Bold"/>
                <a:cs typeface="Canva Sans Bold"/>
              </a:rPr>
              <a:t>Schools &amp; families</a:t>
            </a:r>
          </a:p>
        </p:txBody>
      </p:sp>
      <p:sp>
        <p:nvSpPr>
          <p:cNvPr id="7" name="schools-body">
            <a:extLst xmlns:a="http://schemas.openxmlformats.org/drawingml/2006/main">
              <a:ext uri="{FF2B5EF4-FFF2-40B4-BE49-F238E27FC236}">
                <a16:creationId xmlns:a16="http://schemas.microsoft.com/office/drawing/2014/main" id="{C39E44B5-91EC-4EA2-AE4F-D301DF858527}"/>
              </a:ext>
            </a:extLst>
          </p:cNvPr>
          <p:cNvSpPr>
            <a:spLocks xmlns:a="http://schemas.openxmlformats.org/drawingml/2006/main" noGrp="1"/>
          </p:cNvSpPr>
          <p:nvPr/>
        </p:nvSpPr>
        <p:spPr>
          <a:xfrm xmlns:a="http://schemas.openxmlformats.org/drawingml/2006/main">
            <a:off x="6667500" y="3714750"/>
            <a:ext cx="523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00000"/>
                </a:solidFill>
                <a:latin typeface="Canva Sans Bold"/>
                <a:ea typeface="Canva Sans Bold"/>
                <a:cs typeface="Canva Sans Bold"/>
              </a:defRPr>
            </a:defPPr>
            <a:lvl1pPr algn="l">
              <a:defRPr sz="3075" b="1">
                <a:solidFill>
                  <a:srgbClr val="000000"/>
                </a:solidFill>
                <a:latin typeface="Canva Sans Bold"/>
                <a:ea typeface="Canva Sans Bold"/>
                <a:cs typeface="Canva Sans Bold"/>
              </a:defRPr>
            </a:lvl1pPr>
            <a:lvl2pPr algn="l">
              <a:defRPr sz="3075" b="1">
                <a:solidFill>
                  <a:srgbClr val="000000"/>
                </a:solidFill>
                <a:latin typeface="Canva Sans Bold"/>
                <a:ea typeface="Canva Sans Bold"/>
                <a:cs typeface="Canva Sans Bold"/>
              </a:defRPr>
            </a:lvl2pPr>
            <a:lvl3pPr algn="l">
              <a:defRPr sz="3075" b="1">
                <a:solidFill>
                  <a:srgbClr val="000000"/>
                </a:solidFill>
                <a:latin typeface="Canva Sans Bold"/>
                <a:ea typeface="Canva Sans Bold"/>
                <a:cs typeface="Canva Sans Bold"/>
              </a:defRPr>
            </a:lvl3pPr>
            <a:lvl4pPr algn="l">
              <a:defRPr sz="3075" b="1">
                <a:solidFill>
                  <a:srgbClr val="000000"/>
                </a:solidFill>
                <a:latin typeface="Canva Sans Bold"/>
                <a:ea typeface="Canva Sans Bold"/>
                <a:cs typeface="Canva Sans Bold"/>
              </a:defRPr>
            </a:lvl4pPr>
            <a:lvl5pPr algn="l">
              <a:defRPr sz="3075" b="1">
                <a:solidFill>
                  <a:srgbClr val="000000"/>
                </a:solidFill>
                <a:latin typeface="Canva Sans Bold"/>
                <a:ea typeface="Canva Sans Bold"/>
                <a:cs typeface="Canva Sans Bold"/>
              </a:defRPr>
            </a:lvl5pPr>
            <a:lvl6pPr algn="l">
              <a:defRPr sz="3075" b="1">
                <a:solidFill>
                  <a:srgbClr val="000000"/>
                </a:solidFill>
                <a:latin typeface="Canva Sans Bold"/>
                <a:ea typeface="Canva Sans Bold"/>
                <a:cs typeface="Canva Sans Bold"/>
              </a:defRPr>
            </a:lvl6pPr>
            <a:lvl7pPr algn="l">
              <a:defRPr sz="3075" b="1">
                <a:solidFill>
                  <a:srgbClr val="000000"/>
                </a:solidFill>
                <a:latin typeface="Canva Sans Bold"/>
                <a:ea typeface="Canva Sans Bold"/>
                <a:cs typeface="Canva Sans Bold"/>
              </a:defRPr>
            </a:lvl7pPr>
            <a:lvl8pPr algn="l">
              <a:defRPr sz="3075" b="1">
                <a:solidFill>
                  <a:srgbClr val="000000"/>
                </a:solidFill>
                <a:latin typeface="Canva Sans Bold"/>
                <a:ea typeface="Canva Sans Bold"/>
                <a:cs typeface="Canva Sans Bold"/>
              </a:defRPr>
            </a:lvl8pPr>
            <a:lvl9pPr algn="l">
              <a:defRPr sz="3075" b="1">
                <a:solidFill>
                  <a:srgbClr val="000000"/>
                </a:solidFill>
                <a:latin typeface="Canva Sans Bold"/>
                <a:ea typeface="Canva Sans Bold"/>
                <a:cs typeface="Canva Sans Bold"/>
              </a:defRPr>
            </a:lvl9pPr>
          </a:lstStyle>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Use forecasts to support</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outdoor-activity planning.</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Follow official health</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and pollution guidance.</a:t>
            </a:r>
          </a:p>
        </p:txBody>
      </p:sp>
      <p:sp>
        <p:nvSpPr>
          <p:cNvPr id="8" name="officers-head">
            <a:extLst xmlns:a="http://schemas.openxmlformats.org/drawingml/2006/main">
              <a:ext uri="{FF2B5EF4-FFF2-40B4-BE49-F238E27FC236}">
                <a16:creationId xmlns:a16="http://schemas.microsoft.com/office/drawing/2014/main" id="{00693BA4-C7D8-467E-B4B1-11331FF87FB2}"/>
              </a:ext>
            </a:extLst>
          </p:cNvPr>
          <p:cNvSpPr>
            <a:spLocks xmlns:a="http://schemas.openxmlformats.org/drawingml/2006/main" noGrp="1"/>
          </p:cNvSpPr>
          <p:nvPr/>
        </p:nvSpPr>
        <p:spPr>
          <a:xfrm xmlns:a="http://schemas.openxmlformats.org/drawingml/2006/main">
            <a:off x="12573000" y="27622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00000"/>
                </a:solidFill>
                <a:latin typeface="Canva Sans Bold"/>
                <a:ea typeface="Canva Sans Bold"/>
                <a:cs typeface="Canva Sans Bold"/>
              </a:defRPr>
            </a:defPPr>
            <a:lvl1pPr algn="l">
              <a:defRPr sz="3900" b="1">
                <a:solidFill>
                  <a:srgbClr val="000000"/>
                </a:solidFill>
                <a:latin typeface="Canva Sans Bold"/>
                <a:ea typeface="Canva Sans Bold"/>
                <a:cs typeface="Canva Sans Bold"/>
              </a:defRPr>
            </a:lvl1pPr>
            <a:lvl2pPr algn="l">
              <a:defRPr sz="3900" b="1">
                <a:solidFill>
                  <a:srgbClr val="000000"/>
                </a:solidFill>
                <a:latin typeface="Canva Sans Bold"/>
                <a:ea typeface="Canva Sans Bold"/>
                <a:cs typeface="Canva Sans Bold"/>
              </a:defRPr>
            </a:lvl2pPr>
            <a:lvl3pPr algn="l">
              <a:defRPr sz="3900" b="1">
                <a:solidFill>
                  <a:srgbClr val="000000"/>
                </a:solidFill>
                <a:latin typeface="Canva Sans Bold"/>
                <a:ea typeface="Canva Sans Bold"/>
                <a:cs typeface="Canva Sans Bold"/>
              </a:defRPr>
            </a:lvl3pPr>
            <a:lvl4pPr algn="l">
              <a:defRPr sz="3900" b="1">
                <a:solidFill>
                  <a:srgbClr val="000000"/>
                </a:solidFill>
                <a:latin typeface="Canva Sans Bold"/>
                <a:ea typeface="Canva Sans Bold"/>
                <a:cs typeface="Canva Sans Bold"/>
              </a:defRPr>
            </a:lvl4pPr>
            <a:lvl5pPr algn="l">
              <a:defRPr sz="3900" b="1">
                <a:solidFill>
                  <a:srgbClr val="000000"/>
                </a:solidFill>
                <a:latin typeface="Canva Sans Bold"/>
                <a:ea typeface="Canva Sans Bold"/>
                <a:cs typeface="Canva Sans Bold"/>
              </a:defRPr>
            </a:lvl5pPr>
            <a:lvl6pPr algn="l">
              <a:defRPr sz="3900" b="1">
                <a:solidFill>
                  <a:srgbClr val="000000"/>
                </a:solidFill>
                <a:latin typeface="Canva Sans Bold"/>
                <a:ea typeface="Canva Sans Bold"/>
                <a:cs typeface="Canva Sans Bold"/>
              </a:defRPr>
            </a:lvl6pPr>
            <a:lvl7pPr algn="l">
              <a:defRPr sz="3900" b="1">
                <a:solidFill>
                  <a:srgbClr val="000000"/>
                </a:solidFill>
                <a:latin typeface="Canva Sans Bold"/>
                <a:ea typeface="Canva Sans Bold"/>
                <a:cs typeface="Canva Sans Bold"/>
              </a:defRPr>
            </a:lvl7pPr>
            <a:lvl8pPr algn="l">
              <a:defRPr sz="3900" b="1">
                <a:solidFill>
                  <a:srgbClr val="000000"/>
                </a:solidFill>
                <a:latin typeface="Canva Sans Bold"/>
                <a:ea typeface="Canva Sans Bold"/>
                <a:cs typeface="Canva Sans Bold"/>
              </a:defRPr>
            </a:lvl8pPr>
            <a:lvl9pPr algn="l">
              <a:defRPr sz="3900" b="1">
                <a:solidFill>
                  <a:srgbClr val="000000"/>
                </a:solidFill>
                <a:latin typeface="Canva Sans Bold"/>
                <a:ea typeface="Canva Sans Bold"/>
                <a:cs typeface="Canva Sans Bold"/>
              </a:defRPr>
            </a:lvl9pPr>
          </a:lstStyle>
          <a:p xmlns:a="http://schemas.openxmlformats.org/drawingml/2006/main">
            <a:pPr algn="l">
              <a:lnSpc>
                <a:spcPct val="112000"/>
              </a:lnSpc>
              <a:buNone/>
              <a:defRPr sz="3900" b="1">
                <a:solidFill>
                  <a:srgbClr val="000000"/>
                </a:solidFill>
                <a:latin typeface="Canva Sans Bold"/>
                <a:ea typeface="Canva Sans Bold"/>
                <a:cs typeface="Canva Sans Bold"/>
              </a:defRPr>
            </a:pPr>
            <a:r>
              <a:rPr sz="3900" b="1">
                <a:solidFill>
                  <a:srgbClr val="000000"/>
                </a:solidFill>
                <a:latin typeface="Canva Sans Bold"/>
                <a:ea typeface="Canva Sans Bold"/>
                <a:cs typeface="Canva Sans Bold"/>
              </a:rPr>
              <a:t>Municipal officers</a:t>
            </a:r>
          </a:p>
        </p:txBody>
      </p:sp>
      <p:sp>
        <p:nvSpPr>
          <p:cNvPr id="9" name="officers-body">
            <a:extLst xmlns:a="http://schemas.openxmlformats.org/drawingml/2006/main">
              <a:ext uri="{FF2B5EF4-FFF2-40B4-BE49-F238E27FC236}">
                <a16:creationId xmlns:a16="http://schemas.microsoft.com/office/drawing/2014/main" id="{E54A029A-EE8D-4F32-8E92-3E116D1336EC}"/>
              </a:ext>
            </a:extLst>
          </p:cNvPr>
          <p:cNvSpPr>
            <a:spLocks xmlns:a="http://schemas.openxmlformats.org/drawingml/2006/main" noGrp="1"/>
          </p:cNvSpPr>
          <p:nvPr/>
        </p:nvSpPr>
        <p:spPr>
          <a:xfrm xmlns:a="http://schemas.openxmlformats.org/drawingml/2006/main">
            <a:off x="12573000" y="3714750"/>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00000"/>
                </a:solidFill>
                <a:latin typeface="Canva Sans Bold"/>
                <a:ea typeface="Canva Sans Bold"/>
                <a:cs typeface="Canva Sans Bold"/>
              </a:defRPr>
            </a:defPPr>
            <a:lvl1pPr algn="l">
              <a:defRPr sz="3075" b="1">
                <a:solidFill>
                  <a:srgbClr val="000000"/>
                </a:solidFill>
                <a:latin typeface="Canva Sans Bold"/>
                <a:ea typeface="Canva Sans Bold"/>
                <a:cs typeface="Canva Sans Bold"/>
              </a:defRPr>
            </a:lvl1pPr>
            <a:lvl2pPr algn="l">
              <a:defRPr sz="3075" b="1">
                <a:solidFill>
                  <a:srgbClr val="000000"/>
                </a:solidFill>
                <a:latin typeface="Canva Sans Bold"/>
                <a:ea typeface="Canva Sans Bold"/>
                <a:cs typeface="Canva Sans Bold"/>
              </a:defRPr>
            </a:lvl2pPr>
            <a:lvl3pPr algn="l">
              <a:defRPr sz="3075" b="1">
                <a:solidFill>
                  <a:srgbClr val="000000"/>
                </a:solidFill>
                <a:latin typeface="Canva Sans Bold"/>
                <a:ea typeface="Canva Sans Bold"/>
                <a:cs typeface="Canva Sans Bold"/>
              </a:defRPr>
            </a:lvl3pPr>
            <a:lvl4pPr algn="l">
              <a:defRPr sz="3075" b="1">
                <a:solidFill>
                  <a:srgbClr val="000000"/>
                </a:solidFill>
                <a:latin typeface="Canva Sans Bold"/>
                <a:ea typeface="Canva Sans Bold"/>
                <a:cs typeface="Canva Sans Bold"/>
              </a:defRPr>
            </a:lvl4pPr>
            <a:lvl5pPr algn="l">
              <a:defRPr sz="3075" b="1">
                <a:solidFill>
                  <a:srgbClr val="000000"/>
                </a:solidFill>
                <a:latin typeface="Canva Sans Bold"/>
                <a:ea typeface="Canva Sans Bold"/>
                <a:cs typeface="Canva Sans Bold"/>
              </a:defRPr>
            </a:lvl5pPr>
            <a:lvl6pPr algn="l">
              <a:defRPr sz="3075" b="1">
                <a:solidFill>
                  <a:srgbClr val="000000"/>
                </a:solidFill>
                <a:latin typeface="Canva Sans Bold"/>
                <a:ea typeface="Canva Sans Bold"/>
                <a:cs typeface="Canva Sans Bold"/>
              </a:defRPr>
            </a:lvl6pPr>
            <a:lvl7pPr algn="l">
              <a:defRPr sz="3075" b="1">
                <a:solidFill>
                  <a:srgbClr val="000000"/>
                </a:solidFill>
                <a:latin typeface="Canva Sans Bold"/>
                <a:ea typeface="Canva Sans Bold"/>
                <a:cs typeface="Canva Sans Bold"/>
              </a:defRPr>
            </a:lvl7pPr>
            <a:lvl8pPr algn="l">
              <a:defRPr sz="3075" b="1">
                <a:solidFill>
                  <a:srgbClr val="000000"/>
                </a:solidFill>
                <a:latin typeface="Canva Sans Bold"/>
                <a:ea typeface="Canva Sans Bold"/>
                <a:cs typeface="Canva Sans Bold"/>
              </a:defRPr>
            </a:lvl8pPr>
            <a:lvl9pPr algn="l">
              <a:defRPr sz="3075" b="1">
                <a:solidFill>
                  <a:srgbClr val="000000"/>
                </a:solidFill>
                <a:latin typeface="Canva Sans Bold"/>
                <a:ea typeface="Canva Sans Bold"/>
                <a:cs typeface="Canva Sans Bold"/>
              </a:defRPr>
            </a:lvl9pPr>
          </a:lstStyle>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Review ward priorities</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and sensor coverage.</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Choose responses with</a:t>
            </a:r>
          </a:p>
          <a:p xmlns:a="http://schemas.openxmlformats.org/drawingml/2006/main">
            <a:pPr algn="l">
              <a:lnSpc>
                <a:spcPct val="112000"/>
              </a:lnSpc>
              <a:buNone/>
              <a:defRPr sz="3075" b="1">
                <a:solidFill>
                  <a:srgbClr val="000000"/>
                </a:solidFill>
                <a:latin typeface="Canva Sans Bold"/>
                <a:ea typeface="Canva Sans Bold"/>
                <a:cs typeface="Canva Sans Bold"/>
              </a:defRPr>
            </a:pPr>
            <a:r>
              <a:rPr sz="3075" b="1">
                <a:solidFill>
                  <a:srgbClr val="000000"/>
                </a:solidFill>
                <a:latin typeface="Canva Sans Bold"/>
                <a:ea typeface="Canva Sans Bold"/>
                <a:cs typeface="Canva Sans Bold"/>
              </a:rPr>
              <a:t>local evidence.</a:t>
            </a:r>
          </a:p>
        </p:txBody>
      </p:sp>
      <p:sp>
        <p:nvSpPr>
          <p:cNvPr id="10" name="next-head">
            <a:extLst xmlns:a="http://schemas.openxmlformats.org/drawingml/2006/main">
              <a:ext uri="{FF2B5EF4-FFF2-40B4-BE49-F238E27FC236}">
                <a16:creationId xmlns:a16="http://schemas.microsoft.com/office/drawing/2014/main" id="{E3462C42-1B23-4E68-8E98-3002D2548B30}"/>
              </a:ext>
            </a:extLst>
          </p:cNvPr>
          <p:cNvSpPr>
            <a:spLocks xmlns:a="http://schemas.openxmlformats.org/drawingml/2006/main" noGrp="1"/>
          </p:cNvSpPr>
          <p:nvPr/>
        </p:nvSpPr>
        <p:spPr>
          <a:xfrm xmlns:a="http://schemas.openxmlformats.org/drawingml/2006/main">
            <a:off x="1143000" y="7048500"/>
            <a:ext cx="1600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00000"/>
                </a:solidFill>
                <a:latin typeface="Canva Sans Bold"/>
                <a:ea typeface="Canva Sans Bold"/>
                <a:cs typeface="Canva Sans Bold"/>
              </a:defRPr>
            </a:defPPr>
            <a:lvl1pPr algn="l">
              <a:defRPr sz="3900" b="1">
                <a:solidFill>
                  <a:srgbClr val="000000"/>
                </a:solidFill>
                <a:latin typeface="Canva Sans Bold"/>
                <a:ea typeface="Canva Sans Bold"/>
                <a:cs typeface="Canva Sans Bold"/>
              </a:defRPr>
            </a:lvl1pPr>
            <a:lvl2pPr algn="l">
              <a:defRPr sz="3900" b="1">
                <a:solidFill>
                  <a:srgbClr val="000000"/>
                </a:solidFill>
                <a:latin typeface="Canva Sans Bold"/>
                <a:ea typeface="Canva Sans Bold"/>
                <a:cs typeface="Canva Sans Bold"/>
              </a:defRPr>
            </a:lvl2pPr>
            <a:lvl3pPr algn="l">
              <a:defRPr sz="3900" b="1">
                <a:solidFill>
                  <a:srgbClr val="000000"/>
                </a:solidFill>
                <a:latin typeface="Canva Sans Bold"/>
                <a:ea typeface="Canva Sans Bold"/>
                <a:cs typeface="Canva Sans Bold"/>
              </a:defRPr>
            </a:lvl3pPr>
            <a:lvl4pPr algn="l">
              <a:defRPr sz="3900" b="1">
                <a:solidFill>
                  <a:srgbClr val="000000"/>
                </a:solidFill>
                <a:latin typeface="Canva Sans Bold"/>
                <a:ea typeface="Canva Sans Bold"/>
                <a:cs typeface="Canva Sans Bold"/>
              </a:defRPr>
            </a:lvl4pPr>
            <a:lvl5pPr algn="l">
              <a:defRPr sz="3900" b="1">
                <a:solidFill>
                  <a:srgbClr val="000000"/>
                </a:solidFill>
                <a:latin typeface="Canva Sans Bold"/>
                <a:ea typeface="Canva Sans Bold"/>
                <a:cs typeface="Canva Sans Bold"/>
              </a:defRPr>
            </a:lvl5pPr>
            <a:lvl6pPr algn="l">
              <a:defRPr sz="3900" b="1">
                <a:solidFill>
                  <a:srgbClr val="000000"/>
                </a:solidFill>
                <a:latin typeface="Canva Sans Bold"/>
                <a:ea typeface="Canva Sans Bold"/>
                <a:cs typeface="Canva Sans Bold"/>
              </a:defRPr>
            </a:lvl6pPr>
            <a:lvl7pPr algn="l">
              <a:defRPr sz="3900" b="1">
                <a:solidFill>
                  <a:srgbClr val="000000"/>
                </a:solidFill>
                <a:latin typeface="Canva Sans Bold"/>
                <a:ea typeface="Canva Sans Bold"/>
                <a:cs typeface="Canva Sans Bold"/>
              </a:defRPr>
            </a:lvl7pPr>
            <a:lvl8pPr algn="l">
              <a:defRPr sz="3900" b="1">
                <a:solidFill>
                  <a:srgbClr val="000000"/>
                </a:solidFill>
                <a:latin typeface="Canva Sans Bold"/>
                <a:ea typeface="Canva Sans Bold"/>
                <a:cs typeface="Canva Sans Bold"/>
              </a:defRPr>
            </a:lvl8pPr>
            <a:lvl9pPr algn="l">
              <a:defRPr sz="3900" b="1">
                <a:solidFill>
                  <a:srgbClr val="000000"/>
                </a:solidFill>
                <a:latin typeface="Canva Sans Bold"/>
                <a:ea typeface="Canva Sans Bold"/>
                <a:cs typeface="Canva Sans Bold"/>
              </a:defRPr>
            </a:lvl9pPr>
          </a:lstStyle>
          <a:p xmlns:a="http://schemas.openxmlformats.org/drawingml/2006/main">
            <a:pPr algn="l">
              <a:lnSpc>
                <a:spcPct val="112000"/>
              </a:lnSpc>
              <a:buNone/>
              <a:defRPr sz="3900" b="1">
                <a:solidFill>
                  <a:srgbClr val="000000"/>
                </a:solidFill>
                <a:latin typeface="Canva Sans Bold"/>
                <a:ea typeface="Canva Sans Bold"/>
                <a:cs typeface="Canva Sans Bold"/>
              </a:defRPr>
            </a:pPr>
            <a:r>
              <a:rPr sz="3900" b="1">
                <a:solidFill>
                  <a:srgbClr val="000000"/>
                </a:solidFill>
                <a:latin typeface="Canva Sans Bold"/>
                <a:ea typeface="Canva Sans Bold"/>
                <a:cs typeface="Canva Sans Bold"/>
              </a:rPr>
              <a:t>Next milestone: one measured forecast flow</a:t>
            </a:r>
          </a:p>
        </p:txBody>
      </p:sp>
      <p:sp>
        <p:nvSpPr>
          <p:cNvPr id="11" name="next-body">
            <a:extLst xmlns:a="http://schemas.openxmlformats.org/drawingml/2006/main">
              <a:ext uri="{FF2B5EF4-FFF2-40B4-BE49-F238E27FC236}">
                <a16:creationId xmlns:a16="http://schemas.microsoft.com/office/drawing/2014/main" id="{8B137561-E6A6-4228-AB42-44D118CCDA1C}"/>
              </a:ext>
            </a:extLst>
          </p:cNvPr>
          <p:cNvSpPr>
            <a:spLocks xmlns:a="http://schemas.openxmlformats.org/drawingml/2006/main" noGrp="1"/>
          </p:cNvSpPr>
          <p:nvPr/>
        </p:nvSpPr>
        <p:spPr>
          <a:xfrm xmlns:a="http://schemas.openxmlformats.org/drawingml/2006/main">
            <a:off x="1143000" y="8001000"/>
            <a:ext cx="1600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0000"/>
                </a:solidFill>
                <a:latin typeface="Canva Sans Bold"/>
                <a:ea typeface="Canva Sans Bold"/>
                <a:cs typeface="Canva Sans Bold"/>
              </a:defRPr>
            </a:defPPr>
            <a:lvl1pPr algn="l">
              <a:defRPr sz="3150" b="1">
                <a:solidFill>
                  <a:srgbClr val="000000"/>
                </a:solidFill>
                <a:latin typeface="Canva Sans Bold"/>
                <a:ea typeface="Canva Sans Bold"/>
                <a:cs typeface="Canva Sans Bold"/>
              </a:defRPr>
            </a:lvl1pPr>
            <a:lvl2pPr algn="l">
              <a:defRPr sz="3150" b="1">
                <a:solidFill>
                  <a:srgbClr val="000000"/>
                </a:solidFill>
                <a:latin typeface="Canva Sans Bold"/>
                <a:ea typeface="Canva Sans Bold"/>
                <a:cs typeface="Canva Sans Bold"/>
              </a:defRPr>
            </a:lvl2pPr>
            <a:lvl3pPr algn="l">
              <a:defRPr sz="3150" b="1">
                <a:solidFill>
                  <a:srgbClr val="000000"/>
                </a:solidFill>
                <a:latin typeface="Canva Sans Bold"/>
                <a:ea typeface="Canva Sans Bold"/>
                <a:cs typeface="Canva Sans Bold"/>
              </a:defRPr>
            </a:lvl3pPr>
            <a:lvl4pPr algn="l">
              <a:defRPr sz="3150" b="1">
                <a:solidFill>
                  <a:srgbClr val="000000"/>
                </a:solidFill>
                <a:latin typeface="Canva Sans Bold"/>
                <a:ea typeface="Canva Sans Bold"/>
                <a:cs typeface="Canva Sans Bold"/>
              </a:defRPr>
            </a:lvl4pPr>
            <a:lvl5pPr algn="l">
              <a:defRPr sz="3150" b="1">
                <a:solidFill>
                  <a:srgbClr val="000000"/>
                </a:solidFill>
                <a:latin typeface="Canva Sans Bold"/>
                <a:ea typeface="Canva Sans Bold"/>
                <a:cs typeface="Canva Sans Bold"/>
              </a:defRPr>
            </a:lvl5pPr>
            <a:lvl6pPr algn="l">
              <a:defRPr sz="3150" b="1">
                <a:solidFill>
                  <a:srgbClr val="000000"/>
                </a:solidFill>
                <a:latin typeface="Canva Sans Bold"/>
                <a:ea typeface="Canva Sans Bold"/>
                <a:cs typeface="Canva Sans Bold"/>
              </a:defRPr>
            </a:lvl6pPr>
            <a:lvl7pPr algn="l">
              <a:defRPr sz="3150" b="1">
                <a:solidFill>
                  <a:srgbClr val="000000"/>
                </a:solidFill>
                <a:latin typeface="Canva Sans Bold"/>
                <a:ea typeface="Canva Sans Bold"/>
                <a:cs typeface="Canva Sans Bold"/>
              </a:defRPr>
            </a:lvl7pPr>
            <a:lvl8pPr algn="l">
              <a:defRPr sz="3150" b="1">
                <a:solidFill>
                  <a:srgbClr val="000000"/>
                </a:solidFill>
                <a:latin typeface="Canva Sans Bold"/>
                <a:ea typeface="Canva Sans Bold"/>
                <a:cs typeface="Canva Sans Bold"/>
              </a:defRPr>
            </a:lvl8pPr>
            <a:lvl9pPr algn="l">
              <a:defRPr sz="3150" b="1">
                <a:solidFill>
                  <a:srgbClr val="000000"/>
                </a:solidFill>
                <a:latin typeface="Canva Sans Bold"/>
                <a:ea typeface="Canva Sans Bold"/>
                <a:cs typeface="Canva Sans Bold"/>
              </a:defRPr>
            </a:lvl9pPr>
          </a:lstStyle>
          <a:p xmlns:a="http://schemas.openxmlformats.org/drawingml/2006/main">
            <a:pPr algn="l">
              <a:lnSpc>
                <a:spcPct val="112000"/>
              </a:lnSpc>
              <a:buNone/>
              <a:defRPr sz="3150" b="1">
                <a:solidFill>
                  <a:srgbClr val="000000"/>
                </a:solidFill>
                <a:latin typeface="Canva Sans Bold"/>
                <a:ea typeface="Canva Sans Bold"/>
                <a:cs typeface="Canva Sans Bold"/>
              </a:defRPr>
            </a:pPr>
            <a:r>
              <a:rPr sz="3150" b="1">
                <a:solidFill>
                  <a:srgbClr val="000000"/>
                </a:solidFill>
                <a:latin typeface="Canva Sans Bold"/>
                <a:ea typeface="Canva Sans Bold"/>
                <a:cs typeface="Canva Sans Bold"/>
              </a:rPr>
              <a:t>One cached dataset, a baseline vs persistence comparison,</a:t>
            </a:r>
          </a:p>
          <a:p xmlns:a="http://schemas.openxmlformats.org/drawingml/2006/main">
            <a:pPr algn="l">
              <a:lnSpc>
                <a:spcPct val="112000"/>
              </a:lnSpc>
              <a:buNone/>
              <a:defRPr sz="3150" b="1">
                <a:solidFill>
                  <a:srgbClr val="000000"/>
                </a:solidFill>
                <a:latin typeface="Canva Sans Bold"/>
                <a:ea typeface="Canva Sans Bold"/>
                <a:cs typeface="Canva Sans Bold"/>
              </a:defRPr>
            </a:pPr>
            <a:r>
              <a:rPr sz="3150" b="1">
                <a:solidFill>
                  <a:srgbClr val="000000"/>
                </a:solidFill>
                <a:latin typeface="Canva Sans Bold"/>
                <a:ea typeface="Canva Sans Bold"/>
                <a:cs typeface="Canva Sans Bold"/>
              </a:rPr>
              <a:t>and an API response shown in the dashboard.</a:t>
            </a:r>
          </a:p>
        </p:txBody>
      </p:sp>
      <p:sp>
        <p:nvSpPr>
          <p:cNvPr id="12" name="repo">
            <a:extLst xmlns:a="http://schemas.openxmlformats.org/drawingml/2006/main">
              <a:ext uri="{FF2B5EF4-FFF2-40B4-BE49-F238E27FC236}">
                <a16:creationId xmlns:a16="http://schemas.microsoft.com/office/drawing/2014/main" id="{3B51CC83-1C7C-45FA-B3C0-BF3F10850F85}"/>
              </a:ext>
            </a:extLst>
          </p:cNvPr>
          <p:cNvSpPr>
            <a:spLocks xmlns:a="http://schemas.openxmlformats.org/drawingml/2006/main" noGrp="1"/>
          </p:cNvSpPr>
          <p:nvPr/>
        </p:nvSpPr>
        <p:spPr>
          <a:xfrm xmlns:a="http://schemas.openxmlformats.org/drawingml/2006/main">
            <a:off x="1143000" y="9525000"/>
            <a:ext cx="1600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44444"/>
                </a:solidFill>
                <a:latin typeface="Canva Sans Bold"/>
                <a:ea typeface="Canva Sans Bold"/>
                <a:cs typeface="Canva Sans Bold"/>
              </a:defRPr>
            </a:defPPr>
            <a:lvl1pPr algn="l">
              <a:defRPr sz="2250" b="1">
                <a:solidFill>
                  <a:srgbClr val="444444"/>
                </a:solidFill>
                <a:latin typeface="Canva Sans Bold"/>
                <a:ea typeface="Canva Sans Bold"/>
                <a:cs typeface="Canva Sans Bold"/>
              </a:defRPr>
            </a:lvl1pPr>
            <a:lvl2pPr algn="l">
              <a:defRPr sz="2250" b="1">
                <a:solidFill>
                  <a:srgbClr val="444444"/>
                </a:solidFill>
                <a:latin typeface="Canva Sans Bold"/>
                <a:ea typeface="Canva Sans Bold"/>
                <a:cs typeface="Canva Sans Bold"/>
              </a:defRPr>
            </a:lvl2pPr>
            <a:lvl3pPr algn="l">
              <a:defRPr sz="2250" b="1">
                <a:solidFill>
                  <a:srgbClr val="444444"/>
                </a:solidFill>
                <a:latin typeface="Canva Sans Bold"/>
                <a:ea typeface="Canva Sans Bold"/>
                <a:cs typeface="Canva Sans Bold"/>
              </a:defRPr>
            </a:lvl3pPr>
            <a:lvl4pPr algn="l">
              <a:defRPr sz="2250" b="1">
                <a:solidFill>
                  <a:srgbClr val="444444"/>
                </a:solidFill>
                <a:latin typeface="Canva Sans Bold"/>
                <a:ea typeface="Canva Sans Bold"/>
                <a:cs typeface="Canva Sans Bold"/>
              </a:defRPr>
            </a:lvl4pPr>
            <a:lvl5pPr algn="l">
              <a:defRPr sz="2250" b="1">
                <a:solidFill>
                  <a:srgbClr val="444444"/>
                </a:solidFill>
                <a:latin typeface="Canva Sans Bold"/>
                <a:ea typeface="Canva Sans Bold"/>
                <a:cs typeface="Canva Sans Bold"/>
              </a:defRPr>
            </a:lvl5pPr>
            <a:lvl6pPr algn="l">
              <a:defRPr sz="2250" b="1">
                <a:solidFill>
                  <a:srgbClr val="444444"/>
                </a:solidFill>
                <a:latin typeface="Canva Sans Bold"/>
                <a:ea typeface="Canva Sans Bold"/>
                <a:cs typeface="Canva Sans Bold"/>
              </a:defRPr>
            </a:lvl6pPr>
            <a:lvl7pPr algn="l">
              <a:defRPr sz="2250" b="1">
                <a:solidFill>
                  <a:srgbClr val="444444"/>
                </a:solidFill>
                <a:latin typeface="Canva Sans Bold"/>
                <a:ea typeface="Canva Sans Bold"/>
                <a:cs typeface="Canva Sans Bold"/>
              </a:defRPr>
            </a:lvl7pPr>
            <a:lvl8pPr algn="l">
              <a:defRPr sz="2250" b="1">
                <a:solidFill>
                  <a:srgbClr val="444444"/>
                </a:solidFill>
                <a:latin typeface="Canva Sans Bold"/>
                <a:ea typeface="Canva Sans Bold"/>
                <a:cs typeface="Canva Sans Bold"/>
              </a:defRPr>
            </a:lvl8pPr>
            <a:lvl9pPr algn="l">
              <a:defRPr sz="2250" b="1">
                <a:solidFill>
                  <a:srgbClr val="444444"/>
                </a:solidFill>
                <a:latin typeface="Canva Sans Bold"/>
                <a:ea typeface="Canva Sans Bold"/>
                <a:cs typeface="Canva Sans Bold"/>
              </a:defRPr>
            </a:lvl9pPr>
          </a:lstStyle>
          <a:p xmlns:a="http://schemas.openxmlformats.org/drawingml/2006/main">
            <a:pPr algn="l">
              <a:lnSpc>
                <a:spcPct val="112000"/>
              </a:lnSpc>
              <a:buNone/>
              <a:defRPr sz="2250" b="1">
                <a:solidFill>
                  <a:srgbClr val="444444"/>
                </a:solidFill>
                <a:latin typeface="Canva Sans Bold"/>
                <a:ea typeface="Canva Sans Bold"/>
                <a:cs typeface="Canva Sans Bold"/>
              </a:defRPr>
            </a:pPr>
            <a:r>
              <a:rPr sz="2250" b="1">
                <a:solidFill>
                  <a:srgbClr val="444444"/>
                </a:solidFill>
                <a:latin typeface="Canva Sans Bold"/>
                <a:ea typeface="Canva Sans Bold"/>
                <a:cs typeface="Canva Sans Bold"/>
              </a:rPr>
              <a:t>github.com/adityadhariwal007/diwalisense  (private)</a:t>
            </a:r>
          </a:p>
        </p:txBody>
      </p:sp>
    </p:spTree>
    <p:extLst>
      <p:ext uri="{BB962C8B-B14F-4D97-AF65-F5344CB8AC3E}">
        <p14:creationId xmlns:p14="http://schemas.microsoft.com/office/powerpoint/2010/main" val="100469086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2026-10-31T19:19:10.2080000Z</dcterms:created>
  <dcterms:modified xsi:type="dcterms:W3CDTF">2026-10-31T19:19:10.2080000Z</dcterms:modified>
</coreProperties>
</file>